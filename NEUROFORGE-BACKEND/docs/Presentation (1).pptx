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D60BDE-FF3F-491A-BA7C-0196295BAF55}" v="21" dt="2026-08-14T05:49:30.4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thika Mannuru" userId="83dfd9ac15555062" providerId="LiveId" clId="{0BB4CA74-D268-439A-AAA3-EDEA8849C769}"/>
    <pc:docChg chg="undo custSel addSld delSld modSld">
      <pc:chgData name="Prethika Mannuru" userId="83dfd9ac15555062" providerId="LiveId" clId="{0BB4CA74-D268-439A-AAA3-EDEA8849C769}" dt="2026-08-14T05:53:45.957" v="266" actId="113"/>
      <pc:docMkLst>
        <pc:docMk/>
      </pc:docMkLst>
      <pc:sldChg chg="modSp mod">
        <pc:chgData name="Prethika Mannuru" userId="83dfd9ac15555062" providerId="LiveId" clId="{0BB4CA74-D268-439A-AAA3-EDEA8849C769}" dt="2026-08-14T05:53:45.957" v="266" actId="113"/>
        <pc:sldMkLst>
          <pc:docMk/>
          <pc:sldMk cId="2193522518" sldId="259"/>
        </pc:sldMkLst>
        <pc:spChg chg="mod">
          <ac:chgData name="Prethika Mannuru" userId="83dfd9ac15555062" providerId="LiveId" clId="{0BB4CA74-D268-439A-AAA3-EDEA8849C769}" dt="2026-08-14T05:53:45.957" v="266" actId="113"/>
          <ac:spMkLst>
            <pc:docMk/>
            <pc:sldMk cId="2193522518" sldId="259"/>
            <ac:spMk id="2" creationId="{C1DE603F-DB47-3FAB-3FA0-05ACA6F21B4D}"/>
          </ac:spMkLst>
        </pc:spChg>
      </pc:sldChg>
      <pc:sldChg chg="modSp mod">
        <pc:chgData name="Prethika Mannuru" userId="83dfd9ac15555062" providerId="LiveId" clId="{0BB4CA74-D268-439A-AAA3-EDEA8849C769}" dt="2026-08-14T04:47:45.297" v="109" actId="14100"/>
        <pc:sldMkLst>
          <pc:docMk/>
          <pc:sldMk cId="2161426044" sldId="261"/>
        </pc:sldMkLst>
        <pc:spChg chg="mod">
          <ac:chgData name="Prethika Mannuru" userId="83dfd9ac15555062" providerId="LiveId" clId="{0BB4CA74-D268-439A-AAA3-EDEA8849C769}" dt="2026-08-14T04:47:45.297" v="109" actId="14100"/>
          <ac:spMkLst>
            <pc:docMk/>
            <pc:sldMk cId="2161426044" sldId="261"/>
            <ac:spMk id="2" creationId="{744896F6-9167-2D2A-FAA2-382445C515B3}"/>
          </ac:spMkLst>
        </pc:spChg>
      </pc:sldChg>
      <pc:sldChg chg="modSp mod">
        <pc:chgData name="Prethika Mannuru" userId="83dfd9ac15555062" providerId="LiveId" clId="{0BB4CA74-D268-439A-AAA3-EDEA8849C769}" dt="2026-08-14T05:50:28.647" v="241" actId="14100"/>
        <pc:sldMkLst>
          <pc:docMk/>
          <pc:sldMk cId="1975156905" sldId="263"/>
        </pc:sldMkLst>
        <pc:spChg chg="mod">
          <ac:chgData name="Prethika Mannuru" userId="83dfd9ac15555062" providerId="LiveId" clId="{0BB4CA74-D268-439A-AAA3-EDEA8849C769}" dt="2026-08-14T05:50:28.647" v="241" actId="14100"/>
          <ac:spMkLst>
            <pc:docMk/>
            <pc:sldMk cId="1975156905" sldId="263"/>
            <ac:spMk id="3" creationId="{3BE032A7-74AA-743F-C892-747024E5DA82}"/>
          </ac:spMkLst>
        </pc:spChg>
      </pc:sldChg>
      <pc:sldChg chg="modSp mod">
        <pc:chgData name="Prethika Mannuru" userId="83dfd9ac15555062" providerId="LiveId" clId="{0BB4CA74-D268-439A-AAA3-EDEA8849C769}" dt="2026-08-14T05:50:42.673" v="243" actId="14100"/>
        <pc:sldMkLst>
          <pc:docMk/>
          <pc:sldMk cId="2324906623" sldId="264"/>
        </pc:sldMkLst>
        <pc:spChg chg="mod">
          <ac:chgData name="Prethika Mannuru" userId="83dfd9ac15555062" providerId="LiveId" clId="{0BB4CA74-D268-439A-AAA3-EDEA8849C769}" dt="2026-08-14T05:50:42.673" v="243" actId="14100"/>
          <ac:spMkLst>
            <pc:docMk/>
            <pc:sldMk cId="2324906623" sldId="264"/>
            <ac:spMk id="3" creationId="{BBF0FF52-CFA0-27E7-F16E-2C890F4C4472}"/>
          </ac:spMkLst>
        </pc:spChg>
      </pc:sldChg>
      <pc:sldChg chg="modSp mod">
        <pc:chgData name="Prethika Mannuru" userId="83dfd9ac15555062" providerId="LiveId" clId="{0BB4CA74-D268-439A-AAA3-EDEA8849C769}" dt="2026-08-14T05:53:30.695" v="265" actId="1037"/>
        <pc:sldMkLst>
          <pc:docMk/>
          <pc:sldMk cId="3142061928" sldId="265"/>
        </pc:sldMkLst>
        <pc:spChg chg="mod">
          <ac:chgData name="Prethika Mannuru" userId="83dfd9ac15555062" providerId="LiveId" clId="{0BB4CA74-D268-439A-AAA3-EDEA8849C769}" dt="2026-08-14T05:53:30.695" v="265" actId="1037"/>
          <ac:spMkLst>
            <pc:docMk/>
            <pc:sldMk cId="3142061928" sldId="265"/>
            <ac:spMk id="2" creationId="{29812B93-ACE5-56B4-4EA0-326283A4BDBF}"/>
          </ac:spMkLst>
        </pc:spChg>
      </pc:sldChg>
      <pc:sldChg chg="addSp modSp new mod">
        <pc:chgData name="Prethika Mannuru" userId="83dfd9ac15555062" providerId="LiveId" clId="{0BB4CA74-D268-439A-AAA3-EDEA8849C769}" dt="2026-08-14T03:19:02.249" v="51" actId="255"/>
        <pc:sldMkLst>
          <pc:docMk/>
          <pc:sldMk cId="935665746" sldId="267"/>
        </pc:sldMkLst>
        <pc:spChg chg="mod">
          <ac:chgData name="Prethika Mannuru" userId="83dfd9ac15555062" providerId="LiveId" clId="{0BB4CA74-D268-439A-AAA3-EDEA8849C769}" dt="2026-08-14T02:00:01.915" v="8" actId="1076"/>
          <ac:spMkLst>
            <pc:docMk/>
            <pc:sldMk cId="935665746" sldId="267"/>
            <ac:spMk id="2" creationId="{5C846C00-F6E4-EB65-23B6-B76739D0FB6D}"/>
          </ac:spMkLst>
        </pc:spChg>
        <pc:spChg chg="mod">
          <ac:chgData name="Prethika Mannuru" userId="83dfd9ac15555062" providerId="LiveId" clId="{0BB4CA74-D268-439A-AAA3-EDEA8849C769}" dt="2026-08-14T03:19:02.249" v="51" actId="255"/>
          <ac:spMkLst>
            <pc:docMk/>
            <pc:sldMk cId="935665746" sldId="267"/>
            <ac:spMk id="3" creationId="{EDCC07A3-D279-C002-906E-FEBF0302E722}"/>
          </ac:spMkLst>
        </pc:spChg>
        <pc:spChg chg="add mod">
          <ac:chgData name="Prethika Mannuru" userId="83dfd9ac15555062" providerId="LiveId" clId="{0BB4CA74-D268-439A-AAA3-EDEA8849C769}" dt="2026-08-14T03:18:08.674" v="44" actId="20578"/>
          <ac:spMkLst>
            <pc:docMk/>
            <pc:sldMk cId="935665746" sldId="267"/>
            <ac:spMk id="5" creationId="{C6B42505-452B-AE3B-3C42-68A64B86B9F9}"/>
          </ac:spMkLst>
        </pc:spChg>
      </pc:sldChg>
      <pc:sldChg chg="addSp delSp modSp new mod">
        <pc:chgData name="Prethika Mannuru" userId="83dfd9ac15555062" providerId="LiveId" clId="{0BB4CA74-D268-439A-AAA3-EDEA8849C769}" dt="2026-08-14T03:52:12.653" v="82" actId="14100"/>
        <pc:sldMkLst>
          <pc:docMk/>
          <pc:sldMk cId="2096209389" sldId="268"/>
        </pc:sldMkLst>
        <pc:spChg chg="mod">
          <ac:chgData name="Prethika Mannuru" userId="83dfd9ac15555062" providerId="LiveId" clId="{0BB4CA74-D268-439A-AAA3-EDEA8849C769}" dt="2026-08-14T03:19:46.542" v="56" actId="113"/>
          <ac:spMkLst>
            <pc:docMk/>
            <pc:sldMk cId="2096209389" sldId="268"/>
            <ac:spMk id="2" creationId="{208843D8-69A3-4C45-315D-E0695F2D1634}"/>
          </ac:spMkLst>
        </pc:spChg>
        <pc:spChg chg="del">
          <ac:chgData name="Prethika Mannuru" userId="83dfd9ac15555062" providerId="LiveId" clId="{0BB4CA74-D268-439A-AAA3-EDEA8849C769}" dt="2026-08-14T03:52:09.830" v="81"/>
          <ac:spMkLst>
            <pc:docMk/>
            <pc:sldMk cId="2096209389" sldId="268"/>
            <ac:spMk id="3" creationId="{21382089-6E7F-04CE-9E9D-436FAC3C982B}"/>
          </ac:spMkLst>
        </pc:spChg>
        <pc:picChg chg="add mod">
          <ac:chgData name="Prethika Mannuru" userId="83dfd9ac15555062" providerId="LiveId" clId="{0BB4CA74-D268-439A-AAA3-EDEA8849C769}" dt="2026-08-14T03:52:12.653" v="82" actId="14100"/>
          <ac:picMkLst>
            <pc:docMk/>
            <pc:sldMk cId="2096209389" sldId="268"/>
            <ac:picMk id="4" creationId="{16D1C3CB-96C2-7E87-5A41-B28D3B7B298A}"/>
          </ac:picMkLst>
        </pc:picChg>
      </pc:sldChg>
      <pc:sldChg chg="addSp delSp modSp new mod">
        <pc:chgData name="Prethika Mannuru" userId="83dfd9ac15555062" providerId="LiveId" clId="{0BB4CA74-D268-439A-AAA3-EDEA8849C769}" dt="2026-08-14T03:52:56.798" v="86" actId="1038"/>
        <pc:sldMkLst>
          <pc:docMk/>
          <pc:sldMk cId="836647001" sldId="269"/>
        </pc:sldMkLst>
        <pc:spChg chg="mod">
          <ac:chgData name="Prethika Mannuru" userId="83dfd9ac15555062" providerId="LiveId" clId="{0BB4CA74-D268-439A-AAA3-EDEA8849C769}" dt="2026-08-14T03:20:19.487" v="61" actId="14100"/>
          <ac:spMkLst>
            <pc:docMk/>
            <pc:sldMk cId="836647001" sldId="269"/>
            <ac:spMk id="2" creationId="{184E6216-CDDA-BD74-382D-5603A88DEA77}"/>
          </ac:spMkLst>
        </pc:spChg>
        <pc:spChg chg="del mod">
          <ac:chgData name="Prethika Mannuru" userId="83dfd9ac15555062" providerId="LiveId" clId="{0BB4CA74-D268-439A-AAA3-EDEA8849C769}" dt="2026-08-14T03:52:38.922" v="84"/>
          <ac:spMkLst>
            <pc:docMk/>
            <pc:sldMk cId="836647001" sldId="269"/>
            <ac:spMk id="3" creationId="{59AC6153-D50E-0307-E4E8-F955FA8FA191}"/>
          </ac:spMkLst>
        </pc:spChg>
        <pc:picChg chg="add mod">
          <ac:chgData name="Prethika Mannuru" userId="83dfd9ac15555062" providerId="LiveId" clId="{0BB4CA74-D268-439A-AAA3-EDEA8849C769}" dt="2026-08-14T03:52:56.798" v="86" actId="1038"/>
          <ac:picMkLst>
            <pc:docMk/>
            <pc:sldMk cId="836647001" sldId="269"/>
            <ac:picMk id="4" creationId="{DAC6CFCA-108E-526E-9207-D47FA57B13C6}"/>
          </ac:picMkLst>
        </pc:picChg>
      </pc:sldChg>
      <pc:sldChg chg="addSp delSp modSp new mod">
        <pc:chgData name="Prethika Mannuru" userId="83dfd9ac15555062" providerId="LiveId" clId="{0BB4CA74-D268-439A-AAA3-EDEA8849C769}" dt="2026-08-14T03:53:26.157" v="91" actId="14100"/>
        <pc:sldMkLst>
          <pc:docMk/>
          <pc:sldMk cId="3784130956" sldId="270"/>
        </pc:sldMkLst>
        <pc:spChg chg="mod">
          <ac:chgData name="Prethika Mannuru" userId="83dfd9ac15555062" providerId="LiveId" clId="{0BB4CA74-D268-439A-AAA3-EDEA8849C769}" dt="2026-08-14T03:20:53.891" v="67" actId="14100"/>
          <ac:spMkLst>
            <pc:docMk/>
            <pc:sldMk cId="3784130956" sldId="270"/>
            <ac:spMk id="2" creationId="{12F945A2-457B-E204-E6FF-EF5556ACB369}"/>
          </ac:spMkLst>
        </pc:spChg>
        <pc:spChg chg="del mod">
          <ac:chgData name="Prethika Mannuru" userId="83dfd9ac15555062" providerId="LiveId" clId="{0BB4CA74-D268-439A-AAA3-EDEA8849C769}" dt="2026-08-14T03:53:02.577" v="88"/>
          <ac:spMkLst>
            <pc:docMk/>
            <pc:sldMk cId="3784130956" sldId="270"/>
            <ac:spMk id="3" creationId="{CE0B4A09-3EC3-6D84-3DE6-A49450C48C56}"/>
          </ac:spMkLst>
        </pc:spChg>
        <pc:picChg chg="add mod">
          <ac:chgData name="Prethika Mannuru" userId="83dfd9ac15555062" providerId="LiveId" clId="{0BB4CA74-D268-439A-AAA3-EDEA8849C769}" dt="2026-08-14T03:53:26.157" v="91" actId="14100"/>
          <ac:picMkLst>
            <pc:docMk/>
            <pc:sldMk cId="3784130956" sldId="270"/>
            <ac:picMk id="4" creationId="{7D22237B-92B4-E085-9621-F028760BFCD7}"/>
          </ac:picMkLst>
        </pc:picChg>
      </pc:sldChg>
      <pc:sldChg chg="addSp delSp modSp new mod">
        <pc:chgData name="Prethika Mannuru" userId="83dfd9ac15555062" providerId="LiveId" clId="{0BB4CA74-D268-439A-AAA3-EDEA8849C769}" dt="2026-08-14T03:54:10.857" v="103" actId="14100"/>
        <pc:sldMkLst>
          <pc:docMk/>
          <pc:sldMk cId="1454429869" sldId="271"/>
        </pc:sldMkLst>
        <pc:spChg chg="mod">
          <ac:chgData name="Prethika Mannuru" userId="83dfd9ac15555062" providerId="LiveId" clId="{0BB4CA74-D268-439A-AAA3-EDEA8849C769}" dt="2026-08-14T03:54:01.242" v="101" actId="14100"/>
          <ac:spMkLst>
            <pc:docMk/>
            <pc:sldMk cId="1454429869" sldId="271"/>
            <ac:spMk id="2" creationId="{88CE5FAF-93F8-152A-5D30-E2CAE1BDDEE2}"/>
          </ac:spMkLst>
        </pc:spChg>
        <pc:spChg chg="del mod">
          <ac:chgData name="Prethika Mannuru" userId="83dfd9ac15555062" providerId="LiveId" clId="{0BB4CA74-D268-439A-AAA3-EDEA8849C769}" dt="2026-08-14T03:53:31.731" v="93"/>
          <ac:spMkLst>
            <pc:docMk/>
            <pc:sldMk cId="1454429869" sldId="271"/>
            <ac:spMk id="3" creationId="{0A802DA8-D1B4-3467-4647-91C0049D2A78}"/>
          </ac:spMkLst>
        </pc:spChg>
        <pc:picChg chg="add mod">
          <ac:chgData name="Prethika Mannuru" userId="83dfd9ac15555062" providerId="LiveId" clId="{0BB4CA74-D268-439A-AAA3-EDEA8849C769}" dt="2026-08-14T03:54:10.857" v="103" actId="14100"/>
          <ac:picMkLst>
            <pc:docMk/>
            <pc:sldMk cId="1454429869" sldId="271"/>
            <ac:picMk id="4" creationId="{3E5DF25B-6B26-4BF2-F929-16643F02AF9D}"/>
          </ac:picMkLst>
        </pc:picChg>
      </pc:sldChg>
      <pc:sldChg chg="addSp delSp modSp new mod">
        <pc:chgData name="Prethika Mannuru" userId="83dfd9ac15555062" providerId="LiveId" clId="{0BB4CA74-D268-439A-AAA3-EDEA8849C769}" dt="2026-08-14T03:54:45.234" v="108" actId="14100"/>
        <pc:sldMkLst>
          <pc:docMk/>
          <pc:sldMk cId="3345317655" sldId="272"/>
        </pc:sldMkLst>
        <pc:spChg chg="mod">
          <ac:chgData name="Prethika Mannuru" userId="83dfd9ac15555062" providerId="LiveId" clId="{0BB4CA74-D268-439A-AAA3-EDEA8849C769}" dt="2026-08-14T03:54:45.234" v="108" actId="14100"/>
          <ac:spMkLst>
            <pc:docMk/>
            <pc:sldMk cId="3345317655" sldId="272"/>
            <ac:spMk id="2" creationId="{65431694-97D9-618D-BF19-2C5AE20B3101}"/>
          </ac:spMkLst>
        </pc:spChg>
        <pc:spChg chg="del mod">
          <ac:chgData name="Prethika Mannuru" userId="83dfd9ac15555062" providerId="LiveId" clId="{0BB4CA74-D268-439A-AAA3-EDEA8849C769}" dt="2026-08-14T03:54:34.491" v="105"/>
          <ac:spMkLst>
            <pc:docMk/>
            <pc:sldMk cId="3345317655" sldId="272"/>
            <ac:spMk id="3" creationId="{AC834C84-ED83-CE31-3BAD-28968EA4B165}"/>
          </ac:spMkLst>
        </pc:spChg>
        <pc:picChg chg="add mod">
          <ac:chgData name="Prethika Mannuru" userId="83dfd9ac15555062" providerId="LiveId" clId="{0BB4CA74-D268-439A-AAA3-EDEA8849C769}" dt="2026-08-14T03:54:41.093" v="107" actId="14100"/>
          <ac:picMkLst>
            <pc:docMk/>
            <pc:sldMk cId="3345317655" sldId="272"/>
            <ac:picMk id="4" creationId="{9DF2769F-79C4-6969-582B-C2B5AC903222}"/>
          </ac:picMkLst>
        </pc:picChg>
      </pc:sldChg>
      <pc:sldChg chg="addSp delSp modSp new mod">
        <pc:chgData name="Prethika Mannuru" userId="83dfd9ac15555062" providerId="LiveId" clId="{0BB4CA74-D268-439A-AAA3-EDEA8849C769}" dt="2026-08-14T04:55:08.786" v="166" actId="1076"/>
        <pc:sldMkLst>
          <pc:docMk/>
          <pc:sldMk cId="2162838300" sldId="273"/>
        </pc:sldMkLst>
        <pc:spChg chg="mod">
          <ac:chgData name="Prethika Mannuru" userId="83dfd9ac15555062" providerId="LiveId" clId="{0BB4CA74-D268-439A-AAA3-EDEA8849C769}" dt="2026-08-14T04:54:32.531" v="162" actId="1076"/>
          <ac:spMkLst>
            <pc:docMk/>
            <pc:sldMk cId="2162838300" sldId="273"/>
            <ac:spMk id="2" creationId="{F1A97954-A1AB-1A3A-2418-C2AFD2BED766}"/>
          </ac:spMkLst>
        </pc:spChg>
        <pc:spChg chg="del">
          <ac:chgData name="Prethika Mannuru" userId="83dfd9ac15555062" providerId="LiveId" clId="{0BB4CA74-D268-439A-AAA3-EDEA8849C769}" dt="2026-08-14T04:50:42.893" v="110" actId="22"/>
          <ac:spMkLst>
            <pc:docMk/>
            <pc:sldMk cId="2162838300" sldId="273"/>
            <ac:spMk id="3" creationId="{51A4ADB4-3E24-3170-9103-209C816A6375}"/>
          </ac:spMkLst>
        </pc:spChg>
        <pc:picChg chg="add mod ord">
          <ac:chgData name="Prethika Mannuru" userId="83dfd9ac15555062" providerId="LiveId" clId="{0BB4CA74-D268-439A-AAA3-EDEA8849C769}" dt="2026-08-14T04:54:59.272" v="165" actId="1076"/>
          <ac:picMkLst>
            <pc:docMk/>
            <pc:sldMk cId="2162838300" sldId="273"/>
            <ac:picMk id="5" creationId="{F27518FB-6CC7-8F04-0A36-56A69632F699}"/>
          </ac:picMkLst>
        </pc:picChg>
        <pc:picChg chg="add mod">
          <ac:chgData name="Prethika Mannuru" userId="83dfd9ac15555062" providerId="LiveId" clId="{0BB4CA74-D268-439A-AAA3-EDEA8849C769}" dt="2026-08-14T04:55:08.786" v="166" actId="1076"/>
          <ac:picMkLst>
            <pc:docMk/>
            <pc:sldMk cId="2162838300" sldId="273"/>
            <ac:picMk id="7" creationId="{8C4BEAC5-153E-0DDC-0A48-A9C4C2052606}"/>
          </ac:picMkLst>
        </pc:picChg>
        <pc:picChg chg="add del">
          <ac:chgData name="Prethika Mannuru" userId="83dfd9ac15555062" providerId="LiveId" clId="{0BB4CA74-D268-439A-AAA3-EDEA8849C769}" dt="2026-08-14T04:53:52.607" v="161" actId="22"/>
          <ac:picMkLst>
            <pc:docMk/>
            <pc:sldMk cId="2162838300" sldId="273"/>
            <ac:picMk id="9" creationId="{EA230B1A-F378-9807-1DC6-303B24BBC93D}"/>
          </ac:picMkLst>
        </pc:picChg>
      </pc:sldChg>
      <pc:sldChg chg="addSp delSp modSp new mod">
        <pc:chgData name="Prethika Mannuru" userId="83dfd9ac15555062" providerId="LiveId" clId="{0BB4CA74-D268-439A-AAA3-EDEA8849C769}" dt="2026-08-14T04:58:48.786" v="184" actId="14100"/>
        <pc:sldMkLst>
          <pc:docMk/>
          <pc:sldMk cId="1828694018" sldId="274"/>
        </pc:sldMkLst>
        <pc:spChg chg="mod">
          <ac:chgData name="Prethika Mannuru" userId="83dfd9ac15555062" providerId="LiveId" clId="{0BB4CA74-D268-439A-AAA3-EDEA8849C769}" dt="2026-08-14T04:57:14.266" v="179" actId="14100"/>
          <ac:spMkLst>
            <pc:docMk/>
            <pc:sldMk cId="1828694018" sldId="274"/>
            <ac:spMk id="2" creationId="{867E99B9-2859-09B4-E82B-651AF16D6F2B}"/>
          </ac:spMkLst>
        </pc:spChg>
        <pc:spChg chg="del">
          <ac:chgData name="Prethika Mannuru" userId="83dfd9ac15555062" providerId="LiveId" clId="{0BB4CA74-D268-439A-AAA3-EDEA8849C769}" dt="2026-08-14T04:56:10.392" v="168" actId="22"/>
          <ac:spMkLst>
            <pc:docMk/>
            <pc:sldMk cId="1828694018" sldId="274"/>
            <ac:spMk id="3" creationId="{38C2A8FB-9BD7-7C06-65FE-4CC04392601D}"/>
          </ac:spMkLst>
        </pc:spChg>
        <pc:picChg chg="add mod ord">
          <ac:chgData name="Prethika Mannuru" userId="83dfd9ac15555062" providerId="LiveId" clId="{0BB4CA74-D268-439A-AAA3-EDEA8849C769}" dt="2026-08-14T04:56:28.396" v="173" actId="14100"/>
          <ac:picMkLst>
            <pc:docMk/>
            <pc:sldMk cId="1828694018" sldId="274"/>
            <ac:picMk id="5" creationId="{B195CB04-FF8A-A68F-29A1-853E47B70F57}"/>
          </ac:picMkLst>
        </pc:picChg>
        <pc:picChg chg="add mod">
          <ac:chgData name="Prethika Mannuru" userId="83dfd9ac15555062" providerId="LiveId" clId="{0BB4CA74-D268-439A-AAA3-EDEA8849C769}" dt="2026-08-14T04:58:48.786" v="184" actId="14100"/>
          <ac:picMkLst>
            <pc:docMk/>
            <pc:sldMk cId="1828694018" sldId="274"/>
            <ac:picMk id="7" creationId="{87089BD3-1044-5F4E-8546-81F4E93F2F8C}"/>
          </ac:picMkLst>
        </pc:picChg>
      </pc:sldChg>
      <pc:sldChg chg="new del">
        <pc:chgData name="Prethika Mannuru" userId="83dfd9ac15555062" providerId="LiveId" clId="{0BB4CA74-D268-439A-AAA3-EDEA8849C769}" dt="2026-08-14T04:53:51.162" v="160" actId="680"/>
        <pc:sldMkLst>
          <pc:docMk/>
          <pc:sldMk cId="2363711661" sldId="274"/>
        </pc:sldMkLst>
      </pc:sldChg>
      <pc:sldChg chg="addSp delSp modSp new mod">
        <pc:chgData name="Prethika Mannuru" userId="83dfd9ac15555062" providerId="LiveId" clId="{0BB4CA74-D268-439A-AAA3-EDEA8849C769}" dt="2026-08-14T05:45:00.565" v="228" actId="14100"/>
        <pc:sldMkLst>
          <pc:docMk/>
          <pc:sldMk cId="2650323217" sldId="275"/>
        </pc:sldMkLst>
        <pc:spChg chg="mod">
          <ac:chgData name="Prethika Mannuru" userId="83dfd9ac15555062" providerId="LiveId" clId="{0BB4CA74-D268-439A-AAA3-EDEA8849C769}" dt="2026-08-14T05:45:00.565" v="228" actId="14100"/>
          <ac:spMkLst>
            <pc:docMk/>
            <pc:sldMk cId="2650323217" sldId="275"/>
            <ac:spMk id="2" creationId="{9D98AA06-F7C9-4E46-396A-0C8A6F5C5402}"/>
          </ac:spMkLst>
        </pc:spChg>
        <pc:spChg chg="del">
          <ac:chgData name="Prethika Mannuru" userId="83dfd9ac15555062" providerId="LiveId" clId="{0BB4CA74-D268-439A-AAA3-EDEA8849C769}" dt="2026-08-14T05:43:50.376" v="186" actId="22"/>
          <ac:spMkLst>
            <pc:docMk/>
            <pc:sldMk cId="2650323217" sldId="275"/>
            <ac:spMk id="3" creationId="{CE284014-861C-323F-6F95-7470BE89D5C1}"/>
          </ac:spMkLst>
        </pc:spChg>
        <pc:picChg chg="add mod ord">
          <ac:chgData name="Prethika Mannuru" userId="83dfd9ac15555062" providerId="LiveId" clId="{0BB4CA74-D268-439A-AAA3-EDEA8849C769}" dt="2026-08-14T05:44:53.433" v="226" actId="1076"/>
          <ac:picMkLst>
            <pc:docMk/>
            <pc:sldMk cId="2650323217" sldId="275"/>
            <ac:picMk id="5" creationId="{65022573-A2A2-B2C7-5259-BEE49EA801B4}"/>
          </ac:picMkLst>
        </pc:picChg>
      </pc:sldChg>
      <pc:sldChg chg="modSp new mod">
        <pc:chgData name="Prethika Mannuru" userId="83dfd9ac15555062" providerId="LiveId" clId="{0BB4CA74-D268-439A-AAA3-EDEA8849C769}" dt="2026-08-14T05:53:11.700" v="261" actId="14100"/>
        <pc:sldMkLst>
          <pc:docMk/>
          <pc:sldMk cId="1264822071" sldId="276"/>
        </pc:sldMkLst>
        <pc:spChg chg="mod">
          <ac:chgData name="Prethika Mannuru" userId="83dfd9ac15555062" providerId="LiveId" clId="{0BB4CA74-D268-439A-AAA3-EDEA8849C769}" dt="2026-08-14T05:51:15.615" v="257" actId="14100"/>
          <ac:spMkLst>
            <pc:docMk/>
            <pc:sldMk cId="1264822071" sldId="276"/>
            <ac:spMk id="2" creationId="{66341914-03A3-1B39-9072-92C8F3C2F1A6}"/>
          </ac:spMkLst>
        </pc:spChg>
        <pc:spChg chg="mod">
          <ac:chgData name="Prethika Mannuru" userId="83dfd9ac15555062" providerId="LiveId" clId="{0BB4CA74-D268-439A-AAA3-EDEA8849C769}" dt="2026-08-14T05:53:11.700" v="261" actId="14100"/>
          <ac:spMkLst>
            <pc:docMk/>
            <pc:sldMk cId="1264822071" sldId="276"/>
            <ac:spMk id="3" creationId="{6AE564F2-2470-F0C9-C9E0-171C473B31E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AE9594-ACA6-4536-9214-4C43D389E711}" type="datetimeFigureOut">
              <a:rPr lang="en-IN" smtClean="0"/>
              <a:t>14-08-2026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683B5E-2ED1-424B-A9B7-3724BE0FB2B9}" type="slidenum">
              <a:rPr lang="en-IN" smtClean="0"/>
              <a:t>‹#›</a:t>
            </a:fld>
            <a:endParaRPr lang="en-IN"/>
          </a:p>
        </p:txBody>
      </p:sp>
    </p:spTree>
    <p:extLst>
      <p:ext uri="{BB962C8B-B14F-4D97-AF65-F5344CB8AC3E}">
        <p14:creationId xmlns:p14="http://schemas.microsoft.com/office/powerpoint/2010/main" val="140791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683B5E-2ED1-424B-A9B7-3724BE0FB2B9}" type="slidenum">
              <a:rPr lang="en-IN" smtClean="0"/>
              <a:t>8</a:t>
            </a:fld>
            <a:endParaRPr lang="en-IN"/>
          </a:p>
        </p:txBody>
      </p:sp>
    </p:spTree>
    <p:extLst>
      <p:ext uri="{BB962C8B-B14F-4D97-AF65-F5344CB8AC3E}">
        <p14:creationId xmlns:p14="http://schemas.microsoft.com/office/powerpoint/2010/main" val="315970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F22BEC2-AA65-4400-9604-9748A488405B}"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1873365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F22BEC2-AA65-4400-9604-9748A488405B}"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2666611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22BEC2-AA65-4400-9604-9748A488405B}"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3315170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F22BEC2-AA65-4400-9604-9748A488405B}" type="datetimeFigureOut">
              <a:rPr lang="en-IN" smtClean="0"/>
              <a:t>14-08-2026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1577551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22BEC2-AA65-4400-9604-9748A488405B}" type="datetimeFigureOut">
              <a:rPr lang="en-IN" smtClean="0"/>
              <a:t>14-08-2026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740675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F22BEC2-AA65-4400-9604-9748A488405B}" type="datetimeFigureOut">
              <a:rPr lang="en-IN" smtClean="0"/>
              <a:t>14-08-2026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3758753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F22BEC2-AA65-4400-9604-9748A488405B}" type="datetimeFigureOut">
              <a:rPr lang="en-IN" smtClean="0"/>
              <a:t>14-08-2026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3605804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F22BEC2-AA65-4400-9604-9748A488405B}" type="datetimeFigureOut">
              <a:rPr lang="en-IN" smtClean="0"/>
              <a:t>14-08-2026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4243879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22BEC2-AA65-4400-9604-9748A488405B}" type="datetimeFigureOut">
              <a:rPr lang="en-IN" smtClean="0"/>
              <a:t>14-08-2026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2800790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22BEC2-AA65-4400-9604-9748A488405B}" type="datetimeFigureOut">
              <a:rPr lang="en-IN" smtClean="0"/>
              <a:t>14-08-2026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2147478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F22BEC2-AA65-4400-9604-9748A488405B}"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3025057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F22BEC2-AA65-4400-9604-9748A488405B}"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B98C85-5967-4E7A-A607-45CCAA7A282A}"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57717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22BEC2-AA65-4400-9604-9748A488405B}"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1573522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F22BEC2-AA65-4400-9604-9748A488405B}" type="datetimeFigureOut">
              <a:rPr lang="en-IN" smtClean="0"/>
              <a:t>14-08-2026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34672201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F22BEC2-AA65-4400-9604-9748A488405B}" type="datetimeFigureOut">
              <a:rPr lang="en-IN" smtClean="0"/>
              <a:t>14-08-2026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15893766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22BEC2-AA65-4400-9604-9748A488405B}"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37579296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22BEC2-AA65-4400-9604-9748A488405B}"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B98C85-5967-4E7A-A607-45CCAA7A282A}" type="slidenum">
              <a:rPr lang="en-IN" smtClean="0"/>
              <a:t>‹#›</a:t>
            </a:fld>
            <a:endParaRPr lang="en-IN"/>
          </a:p>
        </p:txBody>
      </p:sp>
    </p:spTree>
    <p:extLst>
      <p:ext uri="{BB962C8B-B14F-4D97-AF65-F5344CB8AC3E}">
        <p14:creationId xmlns:p14="http://schemas.microsoft.com/office/powerpoint/2010/main" val="2905393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F22BEC2-AA65-4400-9604-9748A488405B}" type="datetimeFigureOut">
              <a:rPr lang="en-IN" smtClean="0"/>
              <a:t>14-08-2026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1B98C85-5967-4E7A-A607-45CCAA7A282A}" type="slidenum">
              <a:rPr lang="en-IN" smtClean="0"/>
              <a:t>‹#›</a:t>
            </a:fld>
            <a:endParaRPr lang="en-IN"/>
          </a:p>
        </p:txBody>
      </p:sp>
    </p:spTree>
    <p:extLst>
      <p:ext uri="{BB962C8B-B14F-4D97-AF65-F5344CB8AC3E}">
        <p14:creationId xmlns:p14="http://schemas.microsoft.com/office/powerpoint/2010/main" val="193444586"/>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78DAB-5097-29E9-805D-395D5221CD5F}"/>
              </a:ext>
            </a:extLst>
          </p:cNvPr>
          <p:cNvSpPr>
            <a:spLocks noGrp="1"/>
          </p:cNvSpPr>
          <p:nvPr>
            <p:ph type="ctrTitle"/>
          </p:nvPr>
        </p:nvSpPr>
        <p:spPr/>
        <p:txBody>
          <a:bodyPr/>
          <a:lstStyle/>
          <a:p>
            <a:r>
              <a:rPr lang="en-IN" dirty="0"/>
              <a:t>Title: </a:t>
            </a:r>
            <a:r>
              <a:rPr lang="en-IN" dirty="0" err="1"/>
              <a:t>NeuroForge</a:t>
            </a:r>
            <a:r>
              <a:rPr lang="en-IN" dirty="0"/>
              <a:t> Enterprise SDLC Platform</a:t>
            </a:r>
          </a:p>
        </p:txBody>
      </p:sp>
      <p:sp>
        <p:nvSpPr>
          <p:cNvPr id="3" name="Subtitle 2">
            <a:extLst>
              <a:ext uri="{FF2B5EF4-FFF2-40B4-BE49-F238E27FC236}">
                <a16:creationId xmlns:a16="http://schemas.microsoft.com/office/drawing/2014/main" id="{EBF15FB1-C313-447D-76E1-AD46CCB6055C}"/>
              </a:ext>
            </a:extLst>
          </p:cNvPr>
          <p:cNvSpPr>
            <a:spLocks noGrp="1"/>
          </p:cNvSpPr>
          <p:nvPr>
            <p:ph type="subTitle" idx="1"/>
          </p:nvPr>
        </p:nvSpPr>
        <p:spPr>
          <a:xfrm>
            <a:off x="804672" y="1447800"/>
            <a:ext cx="9020493" cy="3691128"/>
          </a:xfrm>
        </p:spPr>
        <p:txBody>
          <a:bodyPr/>
          <a:lstStyle/>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5965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004DD-4E6A-D51E-CAC8-D79A25381B44}"/>
              </a:ext>
            </a:extLst>
          </p:cNvPr>
          <p:cNvSpPr>
            <a:spLocks noGrp="1"/>
          </p:cNvSpPr>
          <p:nvPr>
            <p:ph type="title"/>
          </p:nvPr>
        </p:nvSpPr>
        <p:spPr>
          <a:xfrm>
            <a:off x="1691640" y="452718"/>
            <a:ext cx="8359194" cy="1400530"/>
          </a:xfrm>
        </p:spPr>
        <p:txBody>
          <a:bodyPr/>
          <a:lstStyle/>
          <a:p>
            <a:r>
              <a:rPr lang="en-IN" sz="3600" b="1" dirty="0">
                <a:latin typeface="Arial" panose="020B0604020202020204" pitchFamily="34" charset="0"/>
                <a:cs typeface="Arial" panose="020B0604020202020204" pitchFamily="34" charset="0"/>
              </a:rPr>
              <a:t>What is </a:t>
            </a:r>
            <a:r>
              <a:rPr lang="en-IN" sz="3600" b="1" dirty="0" err="1">
                <a:latin typeface="Arial" panose="020B0604020202020204" pitchFamily="34" charset="0"/>
                <a:cs typeface="Arial" panose="020B0604020202020204" pitchFamily="34" charset="0"/>
              </a:rPr>
              <a:t>NeuroForge</a:t>
            </a:r>
            <a:r>
              <a:rPr lang="en-IN" sz="3600" b="1" dirty="0">
                <a:latin typeface="Arial" panose="020B0604020202020204" pitchFamily="34" charset="0"/>
                <a:cs typeface="Arial" panose="020B0604020202020204" pitchFamily="34" charset="0"/>
              </a:rPr>
              <a:t> Enterprise SDLC Platform?</a:t>
            </a:r>
          </a:p>
        </p:txBody>
      </p:sp>
      <p:sp>
        <p:nvSpPr>
          <p:cNvPr id="3" name="Content Placeholder 2">
            <a:extLst>
              <a:ext uri="{FF2B5EF4-FFF2-40B4-BE49-F238E27FC236}">
                <a16:creationId xmlns:a16="http://schemas.microsoft.com/office/drawing/2014/main" id="{CB25E72D-08B0-5E1C-A623-9A906EE8AB3B}"/>
              </a:ext>
            </a:extLst>
          </p:cNvPr>
          <p:cNvSpPr>
            <a:spLocks noGrp="1"/>
          </p:cNvSpPr>
          <p:nvPr>
            <p:ph idx="1"/>
          </p:nvPr>
        </p:nvSpPr>
        <p:spPr>
          <a:xfrm>
            <a:off x="1517904" y="2423160"/>
            <a:ext cx="8961717" cy="3648456"/>
          </a:xfrm>
        </p:spPr>
        <p:txBody>
          <a:bodyPr>
            <a:normAutofit/>
          </a:bodyPr>
          <a:lstStyle/>
          <a:p>
            <a:pPr marL="0" indent="0" algn="just">
              <a:buNone/>
            </a:pPr>
            <a:r>
              <a:rPr lang="en-IN" sz="2400" dirty="0" err="1">
                <a:latin typeface="Arial" panose="020B0604020202020204" pitchFamily="34" charset="0"/>
                <a:cs typeface="Arial" panose="020B0604020202020204" pitchFamily="34" charset="0"/>
              </a:rPr>
              <a:t>NeuroForge</a:t>
            </a:r>
            <a:r>
              <a:rPr lang="en-IN" sz="2400" dirty="0">
                <a:latin typeface="Arial" panose="020B0604020202020204" pitchFamily="34" charset="0"/>
                <a:cs typeface="Arial" panose="020B0604020202020204" pitchFamily="34" charset="0"/>
              </a:rPr>
              <a:t> Enterprise SDLC Platform is an AI-powered Software Development Life Cycle platform that helps organizations manage the complete software development process in a single environment. It allows project managers, business analysts, developers, testers, DevOps engineers, and stakeholders to work together. Instead of depending on many disconnected tools, </a:t>
            </a:r>
            <a:r>
              <a:rPr lang="en-IN" sz="2400" dirty="0" err="1">
                <a:latin typeface="Arial" panose="020B0604020202020204" pitchFamily="34" charset="0"/>
                <a:cs typeface="Arial" panose="020B0604020202020204" pitchFamily="34" charset="0"/>
              </a:rPr>
              <a:t>NeuroForge</a:t>
            </a:r>
            <a:r>
              <a:rPr lang="en-IN" sz="2400" dirty="0">
                <a:latin typeface="Arial" panose="020B0604020202020204" pitchFamily="34" charset="0"/>
                <a:cs typeface="Arial" panose="020B0604020202020204" pitchFamily="34" charset="0"/>
              </a:rPr>
              <a:t> integrates project management, coding, testing, deployment, and monitoring while using AI to automate repetitive tasks and improve productivity.</a:t>
            </a:r>
          </a:p>
        </p:txBody>
      </p:sp>
    </p:spTree>
    <p:extLst>
      <p:ext uri="{BB962C8B-B14F-4D97-AF65-F5344CB8AC3E}">
        <p14:creationId xmlns:p14="http://schemas.microsoft.com/office/powerpoint/2010/main" val="3196615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EBD8B-3D33-CC25-89E5-8E14C584BFAF}"/>
              </a:ext>
            </a:extLst>
          </p:cNvPr>
          <p:cNvSpPr>
            <a:spLocks noGrp="1"/>
          </p:cNvSpPr>
          <p:nvPr>
            <p:ph type="title"/>
          </p:nvPr>
        </p:nvSpPr>
        <p:spPr>
          <a:xfrm>
            <a:off x="1622729" y="324702"/>
            <a:ext cx="10378440" cy="1400530"/>
          </a:xfrm>
        </p:spPr>
        <p:txBody>
          <a:bodyPr/>
          <a:lstStyle/>
          <a:p>
            <a:r>
              <a:rPr lang="en-IN" b="1" dirty="0">
                <a:latin typeface="Arial" panose="020B0604020202020204" pitchFamily="34" charset="0"/>
                <a:cs typeface="Arial" panose="020B0604020202020204" pitchFamily="34" charset="0"/>
              </a:rPr>
              <a:t>Software</a:t>
            </a:r>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Development</a:t>
            </a:r>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Life</a:t>
            </a:r>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Cycle</a:t>
            </a:r>
          </a:p>
        </p:txBody>
      </p:sp>
      <p:sp>
        <p:nvSpPr>
          <p:cNvPr id="3" name="Content Placeholder 2">
            <a:extLst>
              <a:ext uri="{FF2B5EF4-FFF2-40B4-BE49-F238E27FC236}">
                <a16:creationId xmlns:a16="http://schemas.microsoft.com/office/drawing/2014/main" id="{F8A93DB1-E6B9-91CB-C9EB-A32822ED8E3D}"/>
              </a:ext>
            </a:extLst>
          </p:cNvPr>
          <p:cNvSpPr>
            <a:spLocks noGrp="1"/>
          </p:cNvSpPr>
          <p:nvPr>
            <p:ph idx="1"/>
          </p:nvPr>
        </p:nvSpPr>
        <p:spPr>
          <a:xfrm>
            <a:off x="1622729" y="2011680"/>
            <a:ext cx="8946541" cy="3429000"/>
          </a:xfrm>
        </p:spPr>
        <p:txBody>
          <a:bodyPr/>
          <a:lstStyle/>
          <a:p>
            <a:pPr marL="0" indent="0" algn="just">
              <a:buNone/>
            </a:pPr>
            <a:r>
              <a:rPr lang="en-IN" sz="2400" dirty="0">
                <a:latin typeface="Arial" panose="020B0604020202020204" pitchFamily="34" charset="0"/>
                <a:cs typeface="Arial" panose="020B0604020202020204" pitchFamily="34" charset="0"/>
              </a:rPr>
              <a:t>Software Development Life Cycle, or SDLC, is a structured process used to design, develop, test, deploy, and maintain software. It provides a systematic way of developing software so that organizations can deliver high-quality applications on time, within budget, and with minimum risks. </a:t>
            </a:r>
            <a:r>
              <a:rPr lang="en-IN" sz="2400" dirty="0" err="1">
                <a:latin typeface="Arial" panose="020B0604020202020204" pitchFamily="34" charset="0"/>
                <a:cs typeface="Arial" panose="020B0604020202020204" pitchFamily="34" charset="0"/>
              </a:rPr>
              <a:t>NeuroForge</a:t>
            </a:r>
            <a:r>
              <a:rPr lang="en-IN" sz="2400" dirty="0">
                <a:latin typeface="Arial" panose="020B0604020202020204" pitchFamily="34" charset="0"/>
                <a:cs typeface="Arial" panose="020B0604020202020204" pitchFamily="34" charset="0"/>
              </a:rPr>
              <a:t> is designed to support the complete SDLC from requirements and planning through development, testing, deployment, monitoring, and maintenance. </a:t>
            </a:r>
          </a:p>
          <a:p>
            <a:pPr marL="0" indent="0">
              <a:buNone/>
            </a:pPr>
            <a:endParaRPr lang="en-IN" dirty="0"/>
          </a:p>
        </p:txBody>
      </p:sp>
    </p:spTree>
    <p:extLst>
      <p:ext uri="{BB962C8B-B14F-4D97-AF65-F5344CB8AC3E}">
        <p14:creationId xmlns:p14="http://schemas.microsoft.com/office/powerpoint/2010/main" val="2602028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E603F-DB47-3FAB-3FA0-05ACA6F21B4D}"/>
              </a:ext>
            </a:extLst>
          </p:cNvPr>
          <p:cNvSpPr>
            <a:spLocks noGrp="1"/>
          </p:cNvSpPr>
          <p:nvPr>
            <p:ph type="title"/>
          </p:nvPr>
        </p:nvSpPr>
        <p:spPr>
          <a:xfrm>
            <a:off x="2130552" y="452718"/>
            <a:ext cx="8613648" cy="1348650"/>
          </a:xfrm>
        </p:spPr>
        <p:txBody>
          <a:bodyPr/>
          <a:lstStyle/>
          <a:p>
            <a:r>
              <a:rPr lang="en-IN" sz="3600" b="1" dirty="0">
                <a:latin typeface="Arial" panose="020B0604020202020204" pitchFamily="34" charset="0"/>
                <a:cs typeface="Arial" panose="020B0604020202020204" pitchFamily="34" charset="0"/>
              </a:rPr>
              <a:t>PROBLEMS IN TRADITIONAL SOFTWARE DEVELOPMENT</a:t>
            </a:r>
          </a:p>
        </p:txBody>
      </p:sp>
      <p:sp>
        <p:nvSpPr>
          <p:cNvPr id="3" name="Content Placeholder 2">
            <a:extLst>
              <a:ext uri="{FF2B5EF4-FFF2-40B4-BE49-F238E27FC236}">
                <a16:creationId xmlns:a16="http://schemas.microsoft.com/office/drawing/2014/main" id="{3CE821C8-1E8D-970F-4B16-1B189E34E198}"/>
              </a:ext>
            </a:extLst>
          </p:cNvPr>
          <p:cNvSpPr>
            <a:spLocks noGrp="1"/>
          </p:cNvSpPr>
          <p:nvPr>
            <p:ph idx="1"/>
          </p:nvPr>
        </p:nvSpPr>
        <p:spPr/>
        <p:txBody>
          <a:bodyPr>
            <a:normAutofit/>
          </a:bodyPr>
          <a:lstStyle/>
          <a:p>
            <a:pPr marL="0" indent="0" algn="just">
              <a:buNone/>
            </a:pPr>
            <a:r>
              <a:rPr lang="en-IN" sz="2400" dirty="0">
                <a:latin typeface="Arial" panose="020B0604020202020204" pitchFamily="34" charset="0"/>
                <a:cs typeface="Arial" panose="020B0604020202020204" pitchFamily="34" charset="0"/>
              </a:rPr>
              <a:t>Traditional software development generally depends on multiple tools for requirements, project management, coding, testing, documentation, and deployment. Since these tools may not be properly integrated, communication between teams can become difficult. Documentation is often maintained manually, testing can take more time, and bugs may be detected late. Managers may also have difficulty getting real-time information about project progress, resource allocation, and team productivity.</a:t>
            </a:r>
          </a:p>
        </p:txBody>
      </p:sp>
    </p:spTree>
    <p:extLst>
      <p:ext uri="{BB962C8B-B14F-4D97-AF65-F5344CB8AC3E}">
        <p14:creationId xmlns:p14="http://schemas.microsoft.com/office/powerpoint/2010/main" val="2193522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7E161-91D0-4B0A-FB58-444F8D27950B}"/>
              </a:ext>
            </a:extLst>
          </p:cNvPr>
          <p:cNvSpPr>
            <a:spLocks noGrp="1"/>
          </p:cNvSpPr>
          <p:nvPr>
            <p:ph type="title"/>
          </p:nvPr>
        </p:nvSpPr>
        <p:spPr>
          <a:xfrm>
            <a:off x="2404872" y="452718"/>
            <a:ext cx="7645962" cy="1400530"/>
          </a:xfrm>
        </p:spPr>
        <p:txBody>
          <a:bodyPr/>
          <a:lstStyle/>
          <a:p>
            <a:r>
              <a:rPr lang="en-IN" sz="3600" b="1" dirty="0">
                <a:latin typeface="Arial" panose="020B0604020202020204" pitchFamily="34" charset="0"/>
                <a:cs typeface="Arial" panose="020B0604020202020204" pitchFamily="34" charset="0"/>
              </a:rPr>
              <a:t>NEED FOR NEUROFORGE</a:t>
            </a:r>
          </a:p>
        </p:txBody>
      </p:sp>
      <p:sp>
        <p:nvSpPr>
          <p:cNvPr id="3" name="Content Placeholder 2">
            <a:extLst>
              <a:ext uri="{FF2B5EF4-FFF2-40B4-BE49-F238E27FC236}">
                <a16:creationId xmlns:a16="http://schemas.microsoft.com/office/drawing/2014/main" id="{ADACDC22-BD2C-2422-6C0A-7FC9F3A756A0}"/>
              </a:ext>
            </a:extLst>
          </p:cNvPr>
          <p:cNvSpPr>
            <a:spLocks noGrp="1"/>
          </p:cNvSpPr>
          <p:nvPr>
            <p:ph idx="1"/>
          </p:nvPr>
        </p:nvSpPr>
        <p:spPr>
          <a:xfrm>
            <a:off x="1754582" y="1853248"/>
            <a:ext cx="8946541" cy="4195481"/>
          </a:xfrm>
        </p:spPr>
        <p:txBody>
          <a:bodyPr>
            <a:normAutofit fontScale="77500" lnSpcReduction="20000"/>
          </a:bodyPr>
          <a:lstStyle/>
          <a:p>
            <a:pPr marL="0" indent="0">
              <a:buNone/>
            </a:pPr>
            <a:r>
              <a:rPr lang="en-IN" sz="3600" b="1" dirty="0">
                <a:latin typeface="Arial" panose="020B0604020202020204" pitchFamily="34" charset="0"/>
                <a:cs typeface="Arial" panose="020B0604020202020204" pitchFamily="34" charset="0"/>
              </a:rPr>
              <a:t>Why </a:t>
            </a:r>
            <a:r>
              <a:rPr lang="en-IN" sz="3600" b="1" dirty="0" err="1">
                <a:latin typeface="Arial" panose="020B0604020202020204" pitchFamily="34" charset="0"/>
                <a:cs typeface="Arial" panose="020B0604020202020204" pitchFamily="34" charset="0"/>
              </a:rPr>
              <a:t>NeuroForge</a:t>
            </a:r>
            <a:r>
              <a:rPr lang="en-IN" sz="3600" b="1" dirty="0">
                <a:latin typeface="Arial" panose="020B0604020202020204" pitchFamily="34" charset="0"/>
                <a:cs typeface="Arial" panose="020B0604020202020204" pitchFamily="34" charset="0"/>
              </a:rPr>
              <a:t> is Required</a:t>
            </a:r>
          </a:p>
          <a:p>
            <a:pPr marL="0" indent="0" algn="just">
              <a:buNone/>
            </a:pPr>
            <a:endParaRPr lang="en-IN" sz="3600" dirty="0">
              <a:latin typeface="Arial" panose="020B0604020202020204" pitchFamily="34" charset="0"/>
              <a:cs typeface="Arial" panose="020B0604020202020204" pitchFamily="34" charset="0"/>
            </a:endParaRPr>
          </a:p>
          <a:p>
            <a:pPr marL="0" indent="0" algn="just">
              <a:buNone/>
            </a:pPr>
            <a:r>
              <a:rPr lang="en-IN" sz="3400" dirty="0" err="1">
                <a:latin typeface="Arial" panose="020B0604020202020204" pitchFamily="34" charset="0"/>
                <a:cs typeface="Arial" panose="020B0604020202020204" pitchFamily="34" charset="0"/>
              </a:rPr>
              <a:t>NeuroForge</a:t>
            </a:r>
            <a:r>
              <a:rPr lang="en-IN" sz="3400" dirty="0">
                <a:latin typeface="Arial" panose="020B0604020202020204" pitchFamily="34" charset="0"/>
                <a:cs typeface="Arial" panose="020B0604020202020204" pitchFamily="34" charset="0"/>
              </a:rPr>
              <a:t> is required to overcome the limitations of disconnected software development tools. It provides a common environment where different teams can communicate and coordinate their activities. AI can automate activities such as requirement analysis, coding, documentation, testing, and deployment. Automated testing and code reviews can help identify defects and vulnerabilities earlier. Real-time dashboards also provide better visibility into project progress and performance. </a:t>
            </a:r>
          </a:p>
          <a:p>
            <a:pPr marL="0" indent="0">
              <a:buNone/>
            </a:pPr>
            <a:endParaRPr lang="en-IN"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4695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6F6-9167-2D2A-FAA2-382445C515B3}"/>
              </a:ext>
            </a:extLst>
          </p:cNvPr>
          <p:cNvSpPr>
            <a:spLocks noGrp="1"/>
          </p:cNvSpPr>
          <p:nvPr>
            <p:ph type="title"/>
          </p:nvPr>
        </p:nvSpPr>
        <p:spPr>
          <a:xfrm>
            <a:off x="3364992" y="201168"/>
            <a:ext cx="6685842" cy="1652080"/>
          </a:xfrm>
        </p:spPr>
        <p:txBody>
          <a:bodyPr/>
          <a:lstStyle/>
          <a:p>
            <a:r>
              <a:rPr lang="en-IN" sz="3600" b="1" dirty="0">
                <a:latin typeface="Arial" panose="020B0604020202020204" pitchFamily="34" charset="0"/>
                <a:cs typeface="Arial" panose="020B0604020202020204" pitchFamily="34" charset="0"/>
              </a:rPr>
              <a:t>OBJECTIVES</a:t>
            </a:r>
          </a:p>
        </p:txBody>
      </p:sp>
      <p:sp>
        <p:nvSpPr>
          <p:cNvPr id="3" name="Content Placeholder 2">
            <a:extLst>
              <a:ext uri="{FF2B5EF4-FFF2-40B4-BE49-F238E27FC236}">
                <a16:creationId xmlns:a16="http://schemas.microsoft.com/office/drawing/2014/main" id="{22CDDCDD-905E-B4CD-5A05-AA775943616B}"/>
              </a:ext>
            </a:extLst>
          </p:cNvPr>
          <p:cNvSpPr>
            <a:spLocks noGrp="1"/>
          </p:cNvSpPr>
          <p:nvPr>
            <p:ph idx="1"/>
          </p:nvPr>
        </p:nvSpPr>
        <p:spPr>
          <a:xfrm>
            <a:off x="1103312" y="1581912"/>
            <a:ext cx="8946541" cy="4666487"/>
          </a:xfrm>
        </p:spPr>
        <p:txBody>
          <a:bodyPr>
            <a:normAutofit/>
          </a:bodyPr>
          <a:lstStyle/>
          <a:p>
            <a:pPr marL="0" indent="0" algn="just">
              <a:buNone/>
            </a:pPr>
            <a:r>
              <a:rPr lang="en-IN" sz="2400" dirty="0">
                <a:latin typeface="Arial" panose="020B0604020202020204" pitchFamily="34" charset="0"/>
                <a:cs typeface="Arial" panose="020B0604020202020204" pitchFamily="34" charset="0"/>
              </a:rPr>
              <a:t>The main objective of </a:t>
            </a:r>
            <a:r>
              <a:rPr lang="en-IN" sz="2400" dirty="0" err="1">
                <a:latin typeface="Arial" panose="020B0604020202020204" pitchFamily="34" charset="0"/>
                <a:cs typeface="Arial" panose="020B0604020202020204" pitchFamily="34" charset="0"/>
              </a:rPr>
              <a:t>NeuroForge</a:t>
            </a:r>
            <a:r>
              <a:rPr lang="en-IN" sz="2400" dirty="0">
                <a:latin typeface="Arial" panose="020B0604020202020204" pitchFamily="34" charset="0"/>
                <a:cs typeface="Arial" panose="020B0604020202020204" pitchFamily="34" charset="0"/>
              </a:rPr>
              <a:t> is to streamline the complete software development process using AI and automation. It aims to reduce repetitive manual work and improve communication between different development teams. The platform also focuses on improving software quality through automated testing and code reviews. Another important objective is to provide real-time project information and integrate AI with CI/CD and DevOps tools to support faster and more efficient software delivery.</a:t>
            </a:r>
          </a:p>
        </p:txBody>
      </p:sp>
    </p:spTree>
    <p:extLst>
      <p:ext uri="{BB962C8B-B14F-4D97-AF65-F5344CB8AC3E}">
        <p14:creationId xmlns:p14="http://schemas.microsoft.com/office/powerpoint/2010/main" val="2161426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76F8-05F9-2478-B4F8-58581D10C8AA}"/>
              </a:ext>
            </a:extLst>
          </p:cNvPr>
          <p:cNvSpPr>
            <a:spLocks noGrp="1"/>
          </p:cNvSpPr>
          <p:nvPr>
            <p:ph type="title"/>
          </p:nvPr>
        </p:nvSpPr>
        <p:spPr>
          <a:xfrm>
            <a:off x="2798064" y="512064"/>
            <a:ext cx="9393936" cy="1304608"/>
          </a:xfrm>
        </p:spPr>
        <p:txBody>
          <a:bodyPr/>
          <a:lstStyle/>
          <a:p>
            <a:r>
              <a:rPr lang="en-IN" sz="3600" b="1" dirty="0">
                <a:latin typeface="Arial" panose="020B0604020202020204" pitchFamily="34" charset="0"/>
                <a:cs typeface="Arial" panose="020B0604020202020204" pitchFamily="34" charset="0"/>
              </a:rPr>
              <a:t>CORE FEATURES</a:t>
            </a:r>
          </a:p>
        </p:txBody>
      </p:sp>
      <p:sp>
        <p:nvSpPr>
          <p:cNvPr id="3" name="Content Placeholder 2">
            <a:extLst>
              <a:ext uri="{FF2B5EF4-FFF2-40B4-BE49-F238E27FC236}">
                <a16:creationId xmlns:a16="http://schemas.microsoft.com/office/drawing/2014/main" id="{E12DEAE0-5715-7452-D89D-22624C412F90}"/>
              </a:ext>
            </a:extLst>
          </p:cNvPr>
          <p:cNvSpPr>
            <a:spLocks noGrp="1"/>
          </p:cNvSpPr>
          <p:nvPr>
            <p:ph idx="1"/>
          </p:nvPr>
        </p:nvSpPr>
        <p:spPr>
          <a:xfrm>
            <a:off x="1103312" y="1563624"/>
            <a:ext cx="8946541" cy="4684775"/>
          </a:xfrm>
        </p:spPr>
        <p:txBody>
          <a:bodyPr>
            <a:noAutofit/>
          </a:bodyPr>
          <a:lstStyle/>
          <a:p>
            <a:pPr marL="0" indent="0" algn="just">
              <a:buNone/>
            </a:pPr>
            <a:r>
              <a:rPr lang="en-IN" sz="2400" dirty="0" err="1">
                <a:latin typeface="Arial" panose="020B0604020202020204" pitchFamily="34" charset="0"/>
                <a:cs typeface="Arial" panose="020B0604020202020204" pitchFamily="34" charset="0"/>
              </a:rPr>
              <a:t>NeuroForge</a:t>
            </a:r>
            <a:r>
              <a:rPr lang="en-IN" sz="2400" dirty="0">
                <a:latin typeface="Arial" panose="020B0604020202020204" pitchFamily="34" charset="0"/>
                <a:cs typeface="Arial" panose="020B0604020202020204" pitchFamily="34" charset="0"/>
              </a:rPr>
              <a:t> provides several modules covering different stages of software development. Requirement management allows teams to collect and track requirements, create user stories, and plan sprints. AI-powered development supports requirement analysis, code generation, documentation, and intelligent code suggestions. Source-code management provides Git integration, version control, pull requests, and code reviews. Testing modules support automated testing and bug detection, while deployment and monitoring provide CI/CD, cloud deployment, performance analytics, and real-time monitoring</a:t>
            </a:r>
          </a:p>
        </p:txBody>
      </p:sp>
    </p:spTree>
    <p:extLst>
      <p:ext uri="{BB962C8B-B14F-4D97-AF65-F5344CB8AC3E}">
        <p14:creationId xmlns:p14="http://schemas.microsoft.com/office/powerpoint/2010/main" val="3523941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72B85-0CE8-574E-1670-77073D7426BA}"/>
              </a:ext>
            </a:extLst>
          </p:cNvPr>
          <p:cNvSpPr>
            <a:spLocks noGrp="1"/>
          </p:cNvSpPr>
          <p:nvPr>
            <p:ph type="title"/>
          </p:nvPr>
        </p:nvSpPr>
        <p:spPr>
          <a:xfrm>
            <a:off x="2822448" y="591313"/>
            <a:ext cx="9750552" cy="880871"/>
          </a:xfrm>
        </p:spPr>
        <p:txBody>
          <a:bodyPr/>
          <a:lstStyle/>
          <a:p>
            <a:pPr algn="just"/>
            <a:r>
              <a:rPr lang="en-IN" sz="3600" b="1" dirty="0">
                <a:latin typeface="Arial" panose="020B0604020202020204" pitchFamily="34" charset="0"/>
                <a:cs typeface="Arial" panose="020B0604020202020204" pitchFamily="34" charset="0"/>
              </a:rPr>
              <a:t>USERS OF THE SYSTEM</a:t>
            </a:r>
          </a:p>
        </p:txBody>
      </p:sp>
      <p:sp>
        <p:nvSpPr>
          <p:cNvPr id="3" name="Content Placeholder 2">
            <a:extLst>
              <a:ext uri="{FF2B5EF4-FFF2-40B4-BE49-F238E27FC236}">
                <a16:creationId xmlns:a16="http://schemas.microsoft.com/office/drawing/2014/main" id="{3BE032A7-74AA-743F-C892-747024E5DA82}"/>
              </a:ext>
            </a:extLst>
          </p:cNvPr>
          <p:cNvSpPr>
            <a:spLocks noGrp="1"/>
          </p:cNvSpPr>
          <p:nvPr>
            <p:ph idx="1"/>
          </p:nvPr>
        </p:nvSpPr>
        <p:spPr>
          <a:xfrm>
            <a:off x="585216" y="1673352"/>
            <a:ext cx="11155680" cy="4727448"/>
          </a:xfrm>
        </p:spPr>
        <p:txBody>
          <a:bodyPr/>
          <a:lstStyle/>
          <a:p>
            <a:pPr marL="0" indent="0" algn="just">
              <a:buNone/>
            </a:pPr>
            <a:r>
              <a:rPr lang="en-IN" sz="2400" dirty="0" err="1">
                <a:latin typeface="Arial" panose="020B0604020202020204" pitchFamily="34" charset="0"/>
                <a:cs typeface="Arial" panose="020B0604020202020204" pitchFamily="34" charset="0"/>
              </a:rPr>
              <a:t>NeuroForge</a:t>
            </a:r>
            <a:r>
              <a:rPr lang="en-IN" sz="2400" dirty="0">
                <a:latin typeface="Arial" panose="020B0604020202020204" pitchFamily="34" charset="0"/>
                <a:cs typeface="Arial" panose="020B0604020202020204" pitchFamily="34" charset="0"/>
              </a:rPr>
              <a:t> supports multiple users involved in software development. The </a:t>
            </a:r>
            <a:r>
              <a:rPr lang="en-IN" sz="2400" b="1" dirty="0">
                <a:latin typeface="Arial" panose="020B0604020202020204" pitchFamily="34" charset="0"/>
                <a:cs typeface="Arial" panose="020B0604020202020204" pitchFamily="34" charset="0"/>
              </a:rPr>
              <a:t>System Administrator</a:t>
            </a:r>
            <a:r>
              <a:rPr lang="en-IN" sz="2400" dirty="0">
                <a:latin typeface="Arial" panose="020B0604020202020204" pitchFamily="34" charset="0"/>
                <a:cs typeface="Arial" panose="020B0604020202020204" pitchFamily="34" charset="0"/>
              </a:rPr>
              <a:t> manages accounts, roles, permissions, and security. The </a:t>
            </a:r>
            <a:r>
              <a:rPr lang="en-IN" sz="2400" b="1" dirty="0">
                <a:latin typeface="Arial" panose="020B0604020202020204" pitchFamily="34" charset="0"/>
                <a:cs typeface="Arial" panose="020B0604020202020204" pitchFamily="34" charset="0"/>
              </a:rPr>
              <a:t>Project Manager</a:t>
            </a:r>
            <a:r>
              <a:rPr lang="en-IN" sz="2400" dirty="0">
                <a:latin typeface="Arial" panose="020B0604020202020204" pitchFamily="34" charset="0"/>
                <a:cs typeface="Arial" panose="020B0604020202020204" pitchFamily="34" charset="0"/>
              </a:rPr>
              <a:t> manages schedules, tasks, resources, and project progress. The </a:t>
            </a:r>
            <a:r>
              <a:rPr lang="en-IN" sz="2400" b="1" dirty="0">
                <a:latin typeface="Arial" panose="020B0604020202020204" pitchFamily="34" charset="0"/>
                <a:cs typeface="Arial" panose="020B0604020202020204" pitchFamily="34" charset="0"/>
              </a:rPr>
              <a:t>Business Analyst</a:t>
            </a:r>
            <a:r>
              <a:rPr lang="en-IN" sz="2400" dirty="0">
                <a:latin typeface="Arial" panose="020B0604020202020204" pitchFamily="34" charset="0"/>
                <a:cs typeface="Arial" panose="020B0604020202020204" pitchFamily="34" charset="0"/>
              </a:rPr>
              <a:t> collects and </a:t>
            </a:r>
            <a:r>
              <a:rPr lang="en-IN" sz="2400" dirty="0" err="1">
                <a:latin typeface="Arial" panose="020B0604020202020204" pitchFamily="34" charset="0"/>
                <a:cs typeface="Arial" panose="020B0604020202020204" pitchFamily="34" charset="0"/>
              </a:rPr>
              <a:t>analyzes</a:t>
            </a:r>
            <a:r>
              <a:rPr lang="en-IN" sz="2400" dirty="0">
                <a:latin typeface="Arial" panose="020B0604020202020204" pitchFamily="34" charset="0"/>
                <a:cs typeface="Arial" panose="020B0604020202020204" pitchFamily="34" charset="0"/>
              </a:rPr>
              <a:t> requirements, while the </a:t>
            </a:r>
            <a:r>
              <a:rPr lang="en-IN" sz="2400" b="1" dirty="0">
                <a:latin typeface="Arial" panose="020B0604020202020204" pitchFamily="34" charset="0"/>
                <a:cs typeface="Arial" panose="020B0604020202020204" pitchFamily="34" charset="0"/>
              </a:rPr>
              <a:t>Product Owner</a:t>
            </a:r>
            <a:r>
              <a:rPr lang="en-IN" sz="2400" dirty="0">
                <a:latin typeface="Arial" panose="020B0604020202020204" pitchFamily="34" charset="0"/>
                <a:cs typeface="Arial" panose="020B0604020202020204" pitchFamily="34" charset="0"/>
              </a:rPr>
              <a:t> manages product priorities. The </a:t>
            </a:r>
            <a:r>
              <a:rPr lang="en-IN" sz="2400" b="1" dirty="0">
                <a:latin typeface="Arial" panose="020B0604020202020204" pitchFamily="34" charset="0"/>
                <a:cs typeface="Arial" panose="020B0604020202020204" pitchFamily="34" charset="0"/>
              </a:rPr>
              <a:t>Software Architect</a:t>
            </a:r>
            <a:r>
              <a:rPr lang="en-IN" sz="2400" dirty="0">
                <a:latin typeface="Arial" panose="020B0604020202020204" pitchFamily="34" charset="0"/>
                <a:cs typeface="Arial" panose="020B0604020202020204" pitchFamily="34" charset="0"/>
              </a:rPr>
              <a:t> designs the system architecture, the </a:t>
            </a:r>
            <a:r>
              <a:rPr lang="en-IN" sz="2400" b="1" dirty="0">
                <a:latin typeface="Arial" panose="020B0604020202020204" pitchFamily="34" charset="0"/>
                <a:cs typeface="Arial" panose="020B0604020202020204" pitchFamily="34" charset="0"/>
              </a:rPr>
              <a:t>Developer</a:t>
            </a:r>
            <a:r>
              <a:rPr lang="en-IN" sz="2400" dirty="0">
                <a:latin typeface="Arial" panose="020B0604020202020204" pitchFamily="34" charset="0"/>
                <a:cs typeface="Arial" panose="020B0604020202020204" pitchFamily="34" charset="0"/>
              </a:rPr>
              <a:t> develops the application, the </a:t>
            </a:r>
            <a:r>
              <a:rPr lang="en-IN" sz="2400" b="1" dirty="0">
                <a:latin typeface="Arial" panose="020B0604020202020204" pitchFamily="34" charset="0"/>
                <a:cs typeface="Arial" panose="020B0604020202020204" pitchFamily="34" charset="0"/>
              </a:rPr>
              <a:t>QA Engineer</a:t>
            </a:r>
            <a:r>
              <a:rPr lang="en-IN" sz="2400" dirty="0">
                <a:latin typeface="Arial" panose="020B0604020202020204" pitchFamily="34" charset="0"/>
                <a:cs typeface="Arial" panose="020B0604020202020204" pitchFamily="34" charset="0"/>
              </a:rPr>
              <a:t> performs testing, and the </a:t>
            </a:r>
            <a:r>
              <a:rPr lang="en-IN" sz="2400" b="1" dirty="0">
                <a:latin typeface="Arial" panose="020B0604020202020204" pitchFamily="34" charset="0"/>
                <a:cs typeface="Arial" panose="020B0604020202020204" pitchFamily="34" charset="0"/>
              </a:rPr>
              <a:t>DevOps Engineer</a:t>
            </a:r>
            <a:r>
              <a:rPr lang="en-IN" sz="2400" dirty="0">
                <a:latin typeface="Arial" panose="020B0604020202020204" pitchFamily="34" charset="0"/>
                <a:cs typeface="Arial" panose="020B0604020202020204" pitchFamily="34" charset="0"/>
              </a:rPr>
              <a:t> manages CI/CD and deployment. Clients and stakeholders review progress and provide feedback. </a:t>
            </a:r>
          </a:p>
          <a:p>
            <a:pPr marL="0" indent="0">
              <a:buNone/>
            </a:pPr>
            <a:endParaRPr lang="en-IN" dirty="0"/>
          </a:p>
        </p:txBody>
      </p:sp>
    </p:spTree>
    <p:extLst>
      <p:ext uri="{BB962C8B-B14F-4D97-AF65-F5344CB8AC3E}">
        <p14:creationId xmlns:p14="http://schemas.microsoft.com/office/powerpoint/2010/main" val="1975156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25C05-A762-13F1-E1CE-0F2B32AB0F6B}"/>
              </a:ext>
            </a:extLst>
          </p:cNvPr>
          <p:cNvSpPr>
            <a:spLocks noGrp="1"/>
          </p:cNvSpPr>
          <p:nvPr>
            <p:ph type="title"/>
          </p:nvPr>
        </p:nvSpPr>
        <p:spPr>
          <a:xfrm>
            <a:off x="2548063" y="425286"/>
            <a:ext cx="9404723" cy="809154"/>
          </a:xfrm>
        </p:spPr>
        <p:txBody>
          <a:bodyPr/>
          <a:lstStyle/>
          <a:p>
            <a:r>
              <a:rPr lang="en-IN" b="1" dirty="0"/>
              <a:t>AGILE METHODOLOGY</a:t>
            </a:r>
          </a:p>
        </p:txBody>
      </p:sp>
      <p:sp>
        <p:nvSpPr>
          <p:cNvPr id="3" name="Content Placeholder 2">
            <a:extLst>
              <a:ext uri="{FF2B5EF4-FFF2-40B4-BE49-F238E27FC236}">
                <a16:creationId xmlns:a16="http://schemas.microsoft.com/office/drawing/2014/main" id="{BBF0FF52-CFA0-27E7-F16E-2C890F4C4472}"/>
              </a:ext>
            </a:extLst>
          </p:cNvPr>
          <p:cNvSpPr>
            <a:spLocks noGrp="1"/>
          </p:cNvSpPr>
          <p:nvPr>
            <p:ph idx="1"/>
          </p:nvPr>
        </p:nvSpPr>
        <p:spPr>
          <a:xfrm>
            <a:off x="1783080" y="1870038"/>
            <a:ext cx="8376501" cy="4195481"/>
          </a:xfrm>
        </p:spPr>
        <p:txBody>
          <a:bodyPr/>
          <a:lstStyle/>
          <a:p>
            <a:pPr marL="0" indent="0">
              <a:buNone/>
            </a:pPr>
            <a:r>
              <a:rPr lang="en-IN" sz="4000" b="1" dirty="0">
                <a:latin typeface="Arial" panose="020B0604020202020204" pitchFamily="34" charset="0"/>
                <a:cs typeface="Arial" panose="020B0604020202020204" pitchFamily="34" charset="0"/>
              </a:rPr>
              <a:t>Development Methodology</a:t>
            </a:r>
          </a:p>
          <a:p>
            <a:pPr marL="0" indent="0" algn="just">
              <a:buNone/>
            </a:pPr>
            <a:r>
              <a:rPr lang="en-IN" dirty="0">
                <a:latin typeface="Arial" panose="020B0604020202020204" pitchFamily="34" charset="0"/>
                <a:cs typeface="Arial" panose="020B0604020202020204" pitchFamily="34" charset="0"/>
              </a:rPr>
              <a:t>The </a:t>
            </a:r>
            <a:r>
              <a:rPr lang="en-IN" dirty="0" err="1">
                <a:latin typeface="Arial" panose="020B0604020202020204" pitchFamily="34" charset="0"/>
                <a:cs typeface="Arial" panose="020B0604020202020204" pitchFamily="34" charset="0"/>
              </a:rPr>
              <a:t>NeuroForge</a:t>
            </a:r>
            <a:r>
              <a:rPr lang="en-IN" dirty="0">
                <a:latin typeface="Arial" panose="020B0604020202020204" pitchFamily="34" charset="0"/>
                <a:cs typeface="Arial" panose="020B0604020202020204" pitchFamily="34" charset="0"/>
              </a:rPr>
              <a:t> project follows the Agile Software Development Methodology. Agile divides the project into smaller iterations called sprints instead of developing the entire system at once. Each sprint focuses on a specific set of features and ends with testing, review, and improvement. The proposed development plan consists of </a:t>
            </a:r>
            <a:r>
              <a:rPr lang="en-IN" b="1" dirty="0">
                <a:latin typeface="Arial" panose="020B0604020202020204" pitchFamily="34" charset="0"/>
                <a:cs typeface="Arial" panose="020B0604020202020204" pitchFamily="34" charset="0"/>
              </a:rPr>
              <a:t>four sprints</a:t>
            </a:r>
            <a:r>
              <a:rPr lang="en-IN" dirty="0">
                <a:latin typeface="Arial" panose="020B0604020202020204" pitchFamily="34" charset="0"/>
                <a:cs typeface="Arial" panose="020B0604020202020204" pitchFamily="34" charset="0"/>
              </a:rPr>
              <a:t>, with each sprint lasting </a:t>
            </a:r>
            <a:r>
              <a:rPr lang="en-IN" b="1" dirty="0">
                <a:latin typeface="Arial" panose="020B0604020202020204" pitchFamily="34" charset="0"/>
                <a:cs typeface="Arial" panose="020B0604020202020204" pitchFamily="34" charset="0"/>
              </a:rPr>
              <a:t>two weeks</a:t>
            </a:r>
            <a:r>
              <a:rPr lang="en-IN" dirty="0">
                <a:latin typeface="Arial" panose="020B0604020202020204" pitchFamily="34" charset="0"/>
                <a:cs typeface="Arial" panose="020B0604020202020204" pitchFamily="34" charset="0"/>
              </a:rPr>
              <a:t>, making the total project duration </a:t>
            </a:r>
            <a:r>
              <a:rPr lang="en-IN" b="1" dirty="0">
                <a:latin typeface="Arial" panose="020B0604020202020204" pitchFamily="34" charset="0"/>
                <a:cs typeface="Arial" panose="020B0604020202020204" pitchFamily="34" charset="0"/>
              </a:rPr>
              <a:t>eight weeks</a:t>
            </a:r>
            <a:r>
              <a:rPr lang="en-IN" dirty="0">
                <a:latin typeface="Arial" panose="020B0604020202020204" pitchFamily="34" charset="0"/>
                <a:cs typeface="Arial" panose="020B0604020202020204" pitchFamily="34" charset="0"/>
              </a:rPr>
              <a:t>.</a:t>
            </a:r>
          </a:p>
          <a:p>
            <a:pPr marL="0" indent="0">
              <a:buNone/>
            </a:pPr>
            <a:endParaRPr lang="en-IN" dirty="0"/>
          </a:p>
        </p:txBody>
      </p:sp>
    </p:spTree>
    <p:extLst>
      <p:ext uri="{BB962C8B-B14F-4D97-AF65-F5344CB8AC3E}">
        <p14:creationId xmlns:p14="http://schemas.microsoft.com/office/powerpoint/2010/main" val="2324906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12B93-ACE5-56B4-4EA0-326283A4BDBF}"/>
              </a:ext>
            </a:extLst>
          </p:cNvPr>
          <p:cNvSpPr>
            <a:spLocks noGrp="1"/>
          </p:cNvSpPr>
          <p:nvPr>
            <p:ph type="title"/>
          </p:nvPr>
        </p:nvSpPr>
        <p:spPr>
          <a:xfrm>
            <a:off x="2322576" y="310896"/>
            <a:ext cx="7700826" cy="1542352"/>
          </a:xfrm>
        </p:spPr>
        <p:txBody>
          <a:bodyPr/>
          <a:lstStyle/>
          <a:p>
            <a:r>
              <a:rPr lang="en-IN" b="1" dirty="0">
                <a:latin typeface="Arial" panose="020B0604020202020204" pitchFamily="34" charset="0"/>
                <a:cs typeface="Arial" panose="020B0604020202020204" pitchFamily="34" charset="0"/>
              </a:rPr>
              <a:t>MODULE ARCHITECTURE &amp; DEVELOPMENT PLAN</a:t>
            </a:r>
          </a:p>
        </p:txBody>
      </p:sp>
      <p:sp>
        <p:nvSpPr>
          <p:cNvPr id="3" name="Content Placeholder 2">
            <a:extLst>
              <a:ext uri="{FF2B5EF4-FFF2-40B4-BE49-F238E27FC236}">
                <a16:creationId xmlns:a16="http://schemas.microsoft.com/office/drawing/2014/main" id="{D1068D21-0D75-4AA0-EC40-E099457A9618}"/>
              </a:ext>
            </a:extLst>
          </p:cNvPr>
          <p:cNvSpPr>
            <a:spLocks noGrp="1"/>
          </p:cNvSpPr>
          <p:nvPr>
            <p:ph idx="1"/>
          </p:nvPr>
        </p:nvSpPr>
        <p:spPr>
          <a:xfrm>
            <a:off x="1104293" y="2007198"/>
            <a:ext cx="8946541" cy="4195481"/>
          </a:xfrm>
        </p:spPr>
        <p:txBody>
          <a:bodyPr>
            <a:normAutofit fontScale="62500" lnSpcReduction="20000"/>
          </a:bodyPr>
          <a:lstStyle/>
          <a:p>
            <a:pPr marL="0" indent="0" algn="just">
              <a:buNone/>
            </a:pPr>
            <a:r>
              <a:rPr lang="en-IN" sz="2600" b="1" dirty="0">
                <a:latin typeface="Arial" panose="020B0604020202020204" pitchFamily="34" charset="0"/>
                <a:cs typeface="Arial" panose="020B0604020202020204" pitchFamily="34" charset="0"/>
              </a:rPr>
              <a:t>System Modules and Sprint Plan</a:t>
            </a:r>
          </a:p>
          <a:p>
            <a:pPr marL="0" indent="0" algn="just">
              <a:buNone/>
            </a:pPr>
            <a:r>
              <a:rPr lang="en-IN" sz="2300" dirty="0" err="1">
                <a:latin typeface="Arial" panose="020B0604020202020204" pitchFamily="34" charset="0"/>
                <a:cs typeface="Arial" panose="020B0604020202020204" pitchFamily="34" charset="0"/>
              </a:rPr>
              <a:t>NeuroForge</a:t>
            </a:r>
            <a:r>
              <a:rPr lang="en-IN" sz="2300" dirty="0">
                <a:latin typeface="Arial" panose="020B0604020202020204" pitchFamily="34" charset="0"/>
                <a:cs typeface="Arial" panose="020B0604020202020204" pitchFamily="34" charset="0"/>
              </a:rPr>
              <a:t> consists of interconnected modules that support the complete Software Development Life Cycle, starting from </a:t>
            </a:r>
            <a:r>
              <a:rPr lang="en-IN" sz="2300" b="1" dirty="0">
                <a:latin typeface="Arial" panose="020B0604020202020204" pitchFamily="34" charset="0"/>
                <a:cs typeface="Arial" panose="020B0604020202020204" pitchFamily="34" charset="0"/>
              </a:rPr>
              <a:t>user authentication and project management</a:t>
            </a:r>
            <a:r>
              <a:rPr lang="en-IN" sz="2300" dirty="0">
                <a:latin typeface="Arial" panose="020B0604020202020204" pitchFamily="34" charset="0"/>
                <a:cs typeface="Arial" panose="020B0604020202020204" pitchFamily="34" charset="0"/>
              </a:rPr>
              <a:t> and continuing through </a:t>
            </a:r>
            <a:r>
              <a:rPr lang="en-IN" sz="2300" b="1" dirty="0">
                <a:latin typeface="Arial" panose="020B0604020202020204" pitchFamily="34" charset="0"/>
                <a:cs typeface="Arial" panose="020B0604020202020204" pitchFamily="34" charset="0"/>
              </a:rPr>
              <a:t>requirements, development, testing, deployment, monitoring, and maintenance</a:t>
            </a:r>
            <a:r>
              <a:rPr lang="en-IN" sz="2300" dirty="0">
                <a:latin typeface="Arial" panose="020B0604020202020204" pitchFamily="34" charset="0"/>
                <a:cs typeface="Arial" panose="020B0604020202020204" pitchFamily="34" charset="0"/>
              </a:rPr>
              <a:t>. The platform is developed using the </a:t>
            </a:r>
            <a:r>
              <a:rPr lang="en-IN" sz="2300" b="1" dirty="0">
                <a:latin typeface="Arial" panose="020B0604020202020204" pitchFamily="34" charset="0"/>
                <a:cs typeface="Arial" panose="020B0604020202020204" pitchFamily="34" charset="0"/>
              </a:rPr>
              <a:t>Agile methodology</a:t>
            </a:r>
            <a:r>
              <a:rPr lang="en-IN" sz="2300" dirty="0">
                <a:latin typeface="Arial" panose="020B0604020202020204" pitchFamily="34" charset="0"/>
                <a:cs typeface="Arial" panose="020B0604020202020204" pitchFamily="34" charset="0"/>
              </a:rPr>
              <a:t> and is divided into four two-week sprints.</a:t>
            </a:r>
          </a:p>
          <a:p>
            <a:pPr marL="0" indent="0">
              <a:buNone/>
            </a:pPr>
            <a:r>
              <a:rPr lang="en-IN" sz="2300" b="1" dirty="0">
                <a:latin typeface="Arial" panose="020B0604020202020204" pitchFamily="34" charset="0"/>
                <a:cs typeface="Arial" panose="020B0604020202020204" pitchFamily="34" charset="0"/>
              </a:rPr>
              <a:t>Sprint 1 – Foundation &amp; Project Management (Weeks 1–2):</a:t>
            </a:r>
            <a:br>
              <a:rPr lang="en-IN" sz="2300" dirty="0">
                <a:latin typeface="Arial" panose="020B0604020202020204" pitchFamily="34" charset="0"/>
                <a:cs typeface="Arial" panose="020B0604020202020204" pitchFamily="34" charset="0"/>
              </a:rPr>
            </a:br>
            <a:r>
              <a:rPr lang="en-IN" sz="2300" dirty="0">
                <a:latin typeface="Arial" panose="020B0604020202020204" pitchFamily="34" charset="0"/>
                <a:cs typeface="Arial" panose="020B0604020202020204" pitchFamily="34" charset="0"/>
              </a:rPr>
              <a:t>User authentication, role-based access control, user management, requirement management, project planning, sprint creation, and task assignment are implemented to establish the basic platform foundation.</a:t>
            </a:r>
          </a:p>
          <a:p>
            <a:pPr marL="0" indent="0">
              <a:buNone/>
            </a:pPr>
            <a:r>
              <a:rPr lang="en-IN" sz="2300" b="1" dirty="0">
                <a:latin typeface="Arial" panose="020B0604020202020204" pitchFamily="34" charset="0"/>
                <a:cs typeface="Arial" panose="020B0604020202020204" pitchFamily="34" charset="0"/>
              </a:rPr>
              <a:t>Sprint 2 – Development &amp; Collaboration (Weeks 3–4):</a:t>
            </a:r>
            <a:br>
              <a:rPr lang="en-IN" sz="2300" dirty="0">
                <a:latin typeface="Arial" panose="020B0604020202020204" pitchFamily="34" charset="0"/>
                <a:cs typeface="Arial" panose="020B0604020202020204" pitchFamily="34" charset="0"/>
              </a:rPr>
            </a:br>
            <a:r>
              <a:rPr lang="en-IN" sz="2300" dirty="0">
                <a:latin typeface="Arial" panose="020B0604020202020204" pitchFamily="34" charset="0"/>
                <a:cs typeface="Arial" panose="020B0604020202020204" pitchFamily="34" charset="0"/>
              </a:rPr>
              <a:t>Task management, AI-powered code generation, documentation, Git integration, version control, and team collaboration are developed to support efficient software development.</a:t>
            </a:r>
          </a:p>
          <a:p>
            <a:pPr marL="0" indent="0">
              <a:buNone/>
            </a:pPr>
            <a:r>
              <a:rPr lang="en-IN" sz="2300" b="1" dirty="0">
                <a:latin typeface="Arial" panose="020B0604020202020204" pitchFamily="34" charset="0"/>
                <a:cs typeface="Arial" panose="020B0604020202020204" pitchFamily="34" charset="0"/>
              </a:rPr>
              <a:t>Sprint 3 – Testing &amp; DevOps (Weeks 5–6):</a:t>
            </a:r>
            <a:br>
              <a:rPr lang="en-IN" sz="2300" dirty="0">
                <a:latin typeface="Arial" panose="020B0604020202020204" pitchFamily="34" charset="0"/>
                <a:cs typeface="Arial" panose="020B0604020202020204" pitchFamily="34" charset="0"/>
              </a:rPr>
            </a:br>
            <a:r>
              <a:rPr lang="en-IN" sz="2300" dirty="0">
                <a:latin typeface="Arial" panose="020B0604020202020204" pitchFamily="34" charset="0"/>
                <a:cs typeface="Arial" panose="020B0604020202020204" pitchFamily="34" charset="0"/>
              </a:rPr>
              <a:t>Automated testing, bug tracking, code review, AI-based code quality analysis, CI/CD pipelines, and automated deployment are implemented to improve software quality and delivery.</a:t>
            </a:r>
          </a:p>
          <a:p>
            <a:pPr marL="0" indent="0">
              <a:buNone/>
            </a:pPr>
            <a:r>
              <a:rPr lang="en-IN" sz="2300" b="1" dirty="0">
                <a:latin typeface="Arial" panose="020B0604020202020204" pitchFamily="34" charset="0"/>
                <a:cs typeface="Arial" panose="020B0604020202020204" pitchFamily="34" charset="0"/>
              </a:rPr>
              <a:t>Sprint 4 – Monitoring &amp; Final Deployment (Weeks 7–8):</a:t>
            </a:r>
            <a:br>
              <a:rPr lang="en-IN" sz="2300" dirty="0">
                <a:latin typeface="Arial" panose="020B0604020202020204" pitchFamily="34" charset="0"/>
                <a:cs typeface="Arial" panose="020B0604020202020204" pitchFamily="34" charset="0"/>
              </a:rPr>
            </a:br>
            <a:r>
              <a:rPr lang="en-IN" sz="2300" dirty="0">
                <a:latin typeface="Arial" panose="020B0604020202020204" pitchFamily="34" charset="0"/>
                <a:cs typeface="Arial" panose="020B0604020202020204" pitchFamily="34" charset="0"/>
              </a:rPr>
              <a:t>Real-time dashboards, performance monitoring, reporting, analytics, maintenance, final system integration, User Acceptance Testing, and production deployment complete the platform.</a:t>
            </a:r>
          </a:p>
          <a:p>
            <a:pPr marL="0" indent="0">
              <a:buNone/>
            </a:pPr>
            <a:endParaRPr lang="en-IN" dirty="0"/>
          </a:p>
        </p:txBody>
      </p:sp>
    </p:spTree>
    <p:extLst>
      <p:ext uri="{BB962C8B-B14F-4D97-AF65-F5344CB8AC3E}">
        <p14:creationId xmlns:p14="http://schemas.microsoft.com/office/powerpoint/2010/main" val="314206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CF2-5AD1-A26A-F2EB-35B320B251C6}"/>
              </a:ext>
            </a:extLst>
          </p:cNvPr>
          <p:cNvSpPr>
            <a:spLocks noGrp="1"/>
          </p:cNvSpPr>
          <p:nvPr>
            <p:ph type="title"/>
          </p:nvPr>
        </p:nvSpPr>
        <p:spPr>
          <a:xfrm>
            <a:off x="646111" y="452718"/>
            <a:ext cx="9404723" cy="461682"/>
          </a:xfrm>
        </p:spPr>
        <p:txBody>
          <a:bodyPr/>
          <a:lstStyle/>
          <a:p>
            <a:pPr algn="just"/>
            <a:r>
              <a:rPr lang="en-IN" sz="2800" b="1" dirty="0">
                <a:latin typeface="Arial" panose="020B0604020202020204" pitchFamily="34" charset="0"/>
                <a:cs typeface="Arial" panose="020B0604020202020204" pitchFamily="34" charset="0"/>
              </a:rPr>
              <a:t>SRS, REQUIREMENTS &amp; TECHNOLOGY STACK</a:t>
            </a:r>
          </a:p>
        </p:txBody>
      </p:sp>
      <p:sp>
        <p:nvSpPr>
          <p:cNvPr id="3" name="Content Placeholder 2">
            <a:extLst>
              <a:ext uri="{FF2B5EF4-FFF2-40B4-BE49-F238E27FC236}">
                <a16:creationId xmlns:a16="http://schemas.microsoft.com/office/drawing/2014/main" id="{78AA08E6-6267-4181-5E01-3457F0D96478}"/>
              </a:ext>
            </a:extLst>
          </p:cNvPr>
          <p:cNvSpPr>
            <a:spLocks noGrp="1"/>
          </p:cNvSpPr>
          <p:nvPr>
            <p:ph idx="1"/>
          </p:nvPr>
        </p:nvSpPr>
        <p:spPr>
          <a:xfrm>
            <a:off x="1203896" y="1435608"/>
            <a:ext cx="8946541" cy="5132831"/>
          </a:xfrm>
        </p:spPr>
        <p:txBody>
          <a:bodyPr>
            <a:normAutofit fontScale="77500" lnSpcReduction="20000"/>
          </a:bodyPr>
          <a:lstStyle/>
          <a:p>
            <a:pPr marL="0" indent="0">
              <a:buNone/>
            </a:pPr>
            <a:r>
              <a:rPr lang="en-IN" b="1" dirty="0"/>
              <a:t>Software Requirements Specification</a:t>
            </a:r>
          </a:p>
          <a:p>
            <a:pPr marL="0" indent="0">
              <a:buNone/>
            </a:pPr>
            <a:r>
              <a:rPr lang="en-IN" dirty="0"/>
              <a:t>The </a:t>
            </a:r>
            <a:r>
              <a:rPr lang="en-IN" b="1" dirty="0"/>
              <a:t>Software Requirements Specification (SRS)</a:t>
            </a:r>
            <a:r>
              <a:rPr lang="en-IN" dirty="0"/>
              <a:t> defines the purpose, scope, functions, quality requirements, users, technologies, and expected outcomes of the </a:t>
            </a:r>
            <a:r>
              <a:rPr lang="en-IN" dirty="0" err="1"/>
              <a:t>NeuroForge</a:t>
            </a:r>
            <a:r>
              <a:rPr lang="en-IN" dirty="0"/>
              <a:t> platform. It covers the complete software lifecycle, including </a:t>
            </a:r>
            <a:r>
              <a:rPr lang="en-IN" b="1" dirty="0"/>
              <a:t>requirement gathering, development, testing, deployment, monitoring, and maintenance</a:t>
            </a:r>
            <a:r>
              <a:rPr lang="en-IN" dirty="0"/>
              <a:t>. </a:t>
            </a:r>
          </a:p>
          <a:p>
            <a:pPr marL="0" indent="0">
              <a:buNone/>
            </a:pPr>
            <a:r>
              <a:rPr lang="en-IN" b="1" dirty="0"/>
              <a:t>Functional Requirements</a:t>
            </a:r>
          </a:p>
          <a:p>
            <a:pPr marL="0" indent="0">
              <a:buNone/>
            </a:pPr>
            <a:r>
              <a:rPr lang="en-IN" dirty="0" err="1"/>
              <a:t>NeuroForge</a:t>
            </a:r>
            <a:r>
              <a:rPr lang="en-IN" dirty="0"/>
              <a:t> provides </a:t>
            </a:r>
            <a:r>
              <a:rPr lang="en-IN" b="1" dirty="0"/>
              <a:t>secure authentication and role-based access</a:t>
            </a:r>
            <a:r>
              <a:rPr lang="en-IN" dirty="0"/>
              <a:t>, requirement and project management, task and sprint management, AI-assisted code generation, automatic documentation, Git integration, automated testing, bug tracking, CI/CD pipelines, dashboards, analytics, and performance monitoring. </a:t>
            </a:r>
          </a:p>
          <a:p>
            <a:pPr marL="0" indent="0">
              <a:buNone/>
            </a:pPr>
            <a:r>
              <a:rPr lang="en-IN" b="1" dirty="0"/>
              <a:t>Non-Functional Requirements</a:t>
            </a:r>
          </a:p>
          <a:p>
            <a:pPr marL="0" indent="0">
              <a:buNone/>
            </a:pPr>
            <a:r>
              <a:rPr lang="en-IN" dirty="0"/>
              <a:t>The system is designed to provide </a:t>
            </a:r>
            <a:r>
              <a:rPr lang="en-IN" b="1" dirty="0"/>
              <a:t>high performance, security, scalability, reliability, and usability</a:t>
            </a:r>
            <a:r>
              <a:rPr lang="en-IN" dirty="0"/>
              <a:t>. It supports multiple users, protects data through authentication and encryption, provides backup and recovery, and offers a responsive and user-friendly interface. </a:t>
            </a:r>
          </a:p>
          <a:p>
            <a:pPr marL="0" indent="0">
              <a:buNone/>
            </a:pPr>
            <a:r>
              <a:rPr lang="en-IN" b="1" dirty="0">
                <a:latin typeface="Arial" panose="020B0604020202020204" pitchFamily="34" charset="0"/>
                <a:cs typeface="Arial" panose="020B0604020202020204" pitchFamily="34" charset="0"/>
              </a:rPr>
              <a:t>Technology Stack</a:t>
            </a:r>
          </a:p>
          <a:p>
            <a:pPr marL="0" indent="0">
              <a:buNone/>
            </a:pPr>
            <a:r>
              <a:rPr lang="en-IN" dirty="0"/>
              <a:t>The proposed stack includes </a:t>
            </a:r>
            <a:r>
              <a:rPr lang="en-IN" b="1" dirty="0"/>
              <a:t>React.js/Angular</a:t>
            </a:r>
            <a:r>
              <a:rPr lang="en-IN" dirty="0"/>
              <a:t> for frontend, </a:t>
            </a:r>
            <a:r>
              <a:rPr lang="en-IN" b="1" dirty="0"/>
              <a:t>Spring Boot/Node.js</a:t>
            </a:r>
            <a:r>
              <a:rPr lang="en-IN" dirty="0"/>
              <a:t> for backend, and </a:t>
            </a:r>
            <a:r>
              <a:rPr lang="en-IN" b="1" dirty="0"/>
              <a:t>PostgreSQL/MongoDB</a:t>
            </a:r>
            <a:r>
              <a:rPr lang="en-IN" dirty="0"/>
              <a:t> for databases. </a:t>
            </a:r>
            <a:r>
              <a:rPr lang="en-IN" b="1" dirty="0"/>
              <a:t>Git, GitHub/GitLab, Jenkins, Docker, Kubernetes, AWS/Azure/Google Cloud</a:t>
            </a:r>
            <a:r>
              <a:rPr lang="en-IN" dirty="0"/>
              <a:t> support version control, DevOps, and deployment. </a:t>
            </a:r>
            <a:r>
              <a:rPr lang="en-IN" b="1" dirty="0"/>
              <a:t>OpenAI API, TensorFlow/</a:t>
            </a:r>
            <a:r>
              <a:rPr lang="en-IN" b="1" dirty="0" err="1"/>
              <a:t>PyTorch</a:t>
            </a:r>
            <a:r>
              <a:rPr lang="en-IN" dirty="0"/>
              <a:t> support AI, while </a:t>
            </a:r>
            <a:r>
              <a:rPr lang="en-IN" b="1" dirty="0"/>
              <a:t>Prometheus and Grafana</a:t>
            </a:r>
            <a:r>
              <a:rPr lang="en-IN" dirty="0"/>
              <a:t> provide monitoring. </a:t>
            </a:r>
          </a:p>
          <a:p>
            <a:pPr marL="0" indent="0">
              <a:buNone/>
            </a:pPr>
            <a:endParaRPr lang="en-IN" dirty="0"/>
          </a:p>
        </p:txBody>
      </p:sp>
    </p:spTree>
    <p:extLst>
      <p:ext uri="{BB962C8B-B14F-4D97-AF65-F5344CB8AC3E}">
        <p14:creationId xmlns:p14="http://schemas.microsoft.com/office/powerpoint/2010/main" val="11862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46C00-F6E4-EB65-23B6-B76739D0FB6D}"/>
              </a:ext>
            </a:extLst>
          </p:cNvPr>
          <p:cNvSpPr>
            <a:spLocks noGrp="1"/>
          </p:cNvSpPr>
          <p:nvPr>
            <p:ph type="title"/>
          </p:nvPr>
        </p:nvSpPr>
        <p:spPr>
          <a:xfrm>
            <a:off x="3931920" y="82296"/>
            <a:ext cx="6301794" cy="1606360"/>
          </a:xfrm>
        </p:spPr>
        <p:txBody>
          <a:bodyPr/>
          <a:lstStyle/>
          <a:p>
            <a:r>
              <a:rPr lang="en-IN" sz="3600" b="1" dirty="0">
                <a:latin typeface="Arial" panose="020B0604020202020204" pitchFamily="34" charset="0"/>
                <a:cs typeface="Arial" panose="020B0604020202020204" pitchFamily="34" charset="0"/>
              </a:rPr>
              <a:t>UML</a:t>
            </a:r>
          </a:p>
        </p:txBody>
      </p:sp>
      <p:sp>
        <p:nvSpPr>
          <p:cNvPr id="3" name="Content Placeholder 2">
            <a:extLst>
              <a:ext uri="{FF2B5EF4-FFF2-40B4-BE49-F238E27FC236}">
                <a16:creationId xmlns:a16="http://schemas.microsoft.com/office/drawing/2014/main" id="{EDCC07A3-D279-C002-906E-FEBF0302E722}"/>
              </a:ext>
            </a:extLst>
          </p:cNvPr>
          <p:cNvSpPr>
            <a:spLocks noGrp="1"/>
          </p:cNvSpPr>
          <p:nvPr>
            <p:ph idx="1"/>
          </p:nvPr>
        </p:nvSpPr>
        <p:spPr>
          <a:xfrm>
            <a:off x="877824" y="1408176"/>
            <a:ext cx="9172029" cy="5449824"/>
          </a:xfrm>
        </p:spPr>
        <p:txBody>
          <a:bodyPr>
            <a:normAutofit/>
          </a:bodyPr>
          <a:lstStyle/>
          <a:p>
            <a:pPr marL="0" indent="0" algn="just">
              <a:buNone/>
            </a:pPr>
            <a:r>
              <a:rPr lang="en-IN" dirty="0">
                <a:latin typeface="Arial" panose="020B0604020202020204" pitchFamily="34" charset="0"/>
                <a:cs typeface="Arial" panose="020B0604020202020204" pitchFamily="34" charset="0"/>
              </a:rPr>
              <a:t>UML stands for Unified </a:t>
            </a:r>
            <a:r>
              <a:rPr lang="en-IN" dirty="0" err="1">
                <a:latin typeface="Arial" panose="020B0604020202020204" pitchFamily="34" charset="0"/>
                <a:cs typeface="Arial" panose="020B0604020202020204" pitchFamily="34" charset="0"/>
              </a:rPr>
              <a:t>Modeling</a:t>
            </a:r>
            <a:r>
              <a:rPr lang="en-IN" dirty="0">
                <a:latin typeface="Arial" panose="020B0604020202020204" pitchFamily="34" charset="0"/>
                <a:cs typeface="Arial" panose="020B0604020202020204" pitchFamily="34" charset="0"/>
              </a:rPr>
              <a:t> Language. It is a standard graphical language used to visualize, design, document, and communicate the structure and </a:t>
            </a:r>
            <a:r>
              <a:rPr lang="en-IN" dirty="0" err="1">
                <a:latin typeface="Arial" panose="020B0604020202020204" pitchFamily="34" charset="0"/>
                <a:cs typeface="Arial" panose="020B0604020202020204" pitchFamily="34" charset="0"/>
              </a:rPr>
              <a:t>behavior</a:t>
            </a:r>
            <a:r>
              <a:rPr lang="en-IN" dirty="0">
                <a:latin typeface="Arial" panose="020B0604020202020204" pitchFamily="34" charset="0"/>
                <a:cs typeface="Arial" panose="020B0604020202020204" pitchFamily="34" charset="0"/>
              </a:rPr>
              <a:t> of a software system. UML allows developers and stakeholders to understand the system before implementation. It also helps identify design problems early and provides documentation that can be useful during future maintenance and upgrades.</a:t>
            </a:r>
          </a:p>
          <a:p>
            <a:pPr marL="0" indent="0" algn="just">
              <a:buNone/>
            </a:pPr>
            <a:r>
              <a:rPr lang="en-IN" sz="2400" b="1" dirty="0">
                <a:latin typeface="Arial" panose="020B0604020202020204" pitchFamily="34" charset="0"/>
                <a:cs typeface="Arial" panose="020B0604020202020204" pitchFamily="34" charset="0"/>
              </a:rPr>
              <a:t>TYPES OF U</a:t>
            </a:r>
            <a:r>
              <a:rPr lang="en-IN" sz="2400" b="1" dirty="0"/>
              <a:t>ML DIAGRAMS</a:t>
            </a:r>
            <a:endParaRPr lang="en-IN" sz="2400" b="1" dirty="0">
              <a:latin typeface="Arial" panose="020B0604020202020204" pitchFamily="34" charset="0"/>
              <a:cs typeface="Arial" panose="020B0604020202020204" pitchFamily="34" charset="0"/>
            </a:endParaRPr>
          </a:p>
          <a:p>
            <a:pPr marL="0" indent="0" algn="just">
              <a:buNone/>
            </a:pPr>
            <a:r>
              <a:rPr lang="en-IN" dirty="0">
                <a:latin typeface="Arial" panose="020B0604020202020204" pitchFamily="34" charset="0"/>
                <a:cs typeface="Arial" panose="020B0604020202020204" pitchFamily="34" charset="0"/>
              </a:rPr>
              <a:t>UML diagrams are mainly used to represent the structure and </a:t>
            </a:r>
            <a:r>
              <a:rPr lang="en-IN" dirty="0" err="1">
                <a:latin typeface="Arial" panose="020B0604020202020204" pitchFamily="34" charset="0"/>
                <a:cs typeface="Arial" panose="020B0604020202020204" pitchFamily="34" charset="0"/>
              </a:rPr>
              <a:t>behavior</a:t>
            </a:r>
            <a:r>
              <a:rPr lang="en-IN" dirty="0">
                <a:latin typeface="Arial" panose="020B0604020202020204" pitchFamily="34" charset="0"/>
                <a:cs typeface="Arial" panose="020B0604020202020204" pitchFamily="34" charset="0"/>
              </a:rPr>
              <a:t> of a system. Structural diagrams represent the static structure of the system, such as classes, components, packages, and deployment. </a:t>
            </a:r>
            <a:r>
              <a:rPr lang="en-IN" dirty="0" err="1">
                <a:latin typeface="Arial" panose="020B0604020202020204" pitchFamily="34" charset="0"/>
                <a:cs typeface="Arial" panose="020B0604020202020204" pitchFamily="34" charset="0"/>
              </a:rPr>
              <a:t>Behavioral</a:t>
            </a:r>
            <a:r>
              <a:rPr lang="en-IN" dirty="0">
                <a:latin typeface="Arial" panose="020B0604020202020204" pitchFamily="34" charset="0"/>
                <a:cs typeface="Arial" panose="020B0604020202020204" pitchFamily="34" charset="0"/>
              </a:rPr>
              <a:t> diagrams represent how the system behaves and how users and components interact with it. For </a:t>
            </a:r>
            <a:r>
              <a:rPr lang="en-IN" dirty="0" err="1">
                <a:latin typeface="Arial" panose="020B0604020202020204" pitchFamily="34" charset="0"/>
                <a:cs typeface="Arial" panose="020B0604020202020204" pitchFamily="34" charset="0"/>
              </a:rPr>
              <a:t>NeuroForge</a:t>
            </a:r>
            <a:r>
              <a:rPr lang="en-IN" dirty="0">
                <a:latin typeface="Arial" panose="020B0604020202020204" pitchFamily="34" charset="0"/>
                <a:cs typeface="Arial" panose="020B0604020202020204" pitchFamily="34" charset="0"/>
              </a:rPr>
              <a:t>, important diagrams include Use Case, Activity, Sequence, Class, and ER diagrams. </a:t>
            </a:r>
            <a:endParaRPr lang="en-IN"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6B42505-452B-AE3B-3C42-68A64B86B9F9}"/>
              </a:ext>
            </a:extLst>
          </p:cNvPr>
          <p:cNvSpPr txBox="1"/>
          <p:nvPr/>
        </p:nvSpPr>
        <p:spPr>
          <a:xfrm>
            <a:off x="749808" y="700810"/>
            <a:ext cx="8666226" cy="523220"/>
          </a:xfrm>
          <a:prstGeom prst="rect">
            <a:avLst/>
          </a:prstGeom>
          <a:noFill/>
        </p:spPr>
        <p:txBody>
          <a:bodyPr wrap="square">
            <a:spAutoFit/>
          </a:bodyPr>
          <a:lstStyle/>
          <a:p>
            <a:r>
              <a:rPr lang="en-IN" sz="2800" b="1" dirty="0">
                <a:latin typeface="Arial" panose="020B0604020202020204" pitchFamily="34" charset="0"/>
                <a:cs typeface="Arial" panose="020B0604020202020204" pitchFamily="34" charset="0"/>
              </a:rPr>
              <a:t>Unified </a:t>
            </a:r>
            <a:r>
              <a:rPr lang="en-IN" sz="2800" b="1" dirty="0" err="1">
                <a:latin typeface="Arial" panose="020B0604020202020204" pitchFamily="34" charset="0"/>
                <a:cs typeface="Arial" panose="020B0604020202020204" pitchFamily="34" charset="0"/>
              </a:rPr>
              <a:t>Modeling</a:t>
            </a:r>
            <a:r>
              <a:rPr lang="en-IN" sz="2800" b="1" dirty="0">
                <a:latin typeface="Arial" panose="020B0604020202020204" pitchFamily="34" charset="0"/>
                <a:cs typeface="Arial" panose="020B0604020202020204" pitchFamily="34" charset="0"/>
              </a:rPr>
              <a:t> Language</a:t>
            </a:r>
          </a:p>
        </p:txBody>
      </p:sp>
    </p:spTree>
    <p:extLst>
      <p:ext uri="{BB962C8B-B14F-4D97-AF65-F5344CB8AC3E}">
        <p14:creationId xmlns:p14="http://schemas.microsoft.com/office/powerpoint/2010/main" val="935665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843D8-69A3-4C45-315D-E0695F2D1634}"/>
              </a:ext>
            </a:extLst>
          </p:cNvPr>
          <p:cNvSpPr>
            <a:spLocks noGrp="1"/>
          </p:cNvSpPr>
          <p:nvPr>
            <p:ph type="title"/>
          </p:nvPr>
        </p:nvSpPr>
        <p:spPr>
          <a:xfrm>
            <a:off x="3005263" y="187542"/>
            <a:ext cx="9404723" cy="1400530"/>
          </a:xfrm>
        </p:spPr>
        <p:txBody>
          <a:bodyPr/>
          <a:lstStyle/>
          <a:p>
            <a:r>
              <a:rPr lang="en-IN" sz="3600" b="1" dirty="0">
                <a:latin typeface="Arial" panose="020B0604020202020204" pitchFamily="34" charset="0"/>
                <a:cs typeface="Arial" panose="020B0604020202020204" pitchFamily="34" charset="0"/>
              </a:rPr>
              <a:t>USE CASE DIAGRAM</a:t>
            </a:r>
          </a:p>
        </p:txBody>
      </p:sp>
      <p:pic>
        <p:nvPicPr>
          <p:cNvPr id="4" name="Content Placeholder 10">
            <a:extLst>
              <a:ext uri="{FF2B5EF4-FFF2-40B4-BE49-F238E27FC236}">
                <a16:creationId xmlns:a16="http://schemas.microsoft.com/office/drawing/2014/main" id="{16D1C3CB-96C2-7E87-5A41-B28D3B7B29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430066" y="1335024"/>
            <a:ext cx="6293643" cy="4913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6209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E6216-CDDA-BD74-382D-5603A88DEA77}"/>
              </a:ext>
            </a:extLst>
          </p:cNvPr>
          <p:cNvSpPr>
            <a:spLocks noGrp="1"/>
          </p:cNvSpPr>
          <p:nvPr>
            <p:ph type="title"/>
          </p:nvPr>
        </p:nvSpPr>
        <p:spPr>
          <a:xfrm>
            <a:off x="2916936" y="452718"/>
            <a:ext cx="7133898" cy="1400530"/>
          </a:xfrm>
        </p:spPr>
        <p:txBody>
          <a:bodyPr/>
          <a:lstStyle/>
          <a:p>
            <a:r>
              <a:rPr lang="en-IN" sz="3600" b="1" dirty="0">
                <a:latin typeface="Arial" panose="020B0604020202020204" pitchFamily="34" charset="0"/>
                <a:cs typeface="Arial" panose="020B0604020202020204" pitchFamily="34" charset="0"/>
              </a:rPr>
              <a:t>ACTIVITY DIAGRAM</a:t>
            </a:r>
          </a:p>
        </p:txBody>
      </p:sp>
      <p:pic>
        <p:nvPicPr>
          <p:cNvPr id="4" name="Content Placeholder 4">
            <a:extLst>
              <a:ext uri="{FF2B5EF4-FFF2-40B4-BE49-F238E27FC236}">
                <a16:creationId xmlns:a16="http://schemas.microsoft.com/office/drawing/2014/main" id="{DAC6CFCA-108E-526E-9207-D47FA57B13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439210" y="1508760"/>
            <a:ext cx="6293643" cy="4739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647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945A2-457B-E204-E6FF-EF5556ACB369}"/>
              </a:ext>
            </a:extLst>
          </p:cNvPr>
          <p:cNvSpPr>
            <a:spLocks noGrp="1"/>
          </p:cNvSpPr>
          <p:nvPr>
            <p:ph type="title"/>
          </p:nvPr>
        </p:nvSpPr>
        <p:spPr>
          <a:xfrm>
            <a:off x="2935224" y="452718"/>
            <a:ext cx="7115610" cy="827442"/>
          </a:xfrm>
        </p:spPr>
        <p:txBody>
          <a:bodyPr/>
          <a:lstStyle/>
          <a:p>
            <a:r>
              <a:rPr lang="en-IN" sz="3600" b="1" dirty="0">
                <a:latin typeface="Arial" panose="020B0604020202020204" pitchFamily="34" charset="0"/>
                <a:cs typeface="Arial" panose="020B0604020202020204" pitchFamily="34" charset="0"/>
              </a:rPr>
              <a:t>SEQUENCE DIAGRAM</a:t>
            </a:r>
          </a:p>
        </p:txBody>
      </p:sp>
      <p:pic>
        <p:nvPicPr>
          <p:cNvPr id="4" name="Content Placeholder 4">
            <a:extLst>
              <a:ext uri="{FF2B5EF4-FFF2-40B4-BE49-F238E27FC236}">
                <a16:creationId xmlns:a16="http://schemas.microsoft.com/office/drawing/2014/main" id="{7D22237B-92B4-E085-9621-F028760BFC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0066" y="1481328"/>
            <a:ext cx="7115610" cy="5010912"/>
          </a:xfrm>
          <a:prstGeom prst="rect">
            <a:avLst/>
          </a:prstGeom>
        </p:spPr>
      </p:pic>
    </p:spTree>
    <p:extLst>
      <p:ext uri="{BB962C8B-B14F-4D97-AF65-F5344CB8AC3E}">
        <p14:creationId xmlns:p14="http://schemas.microsoft.com/office/powerpoint/2010/main" val="3784130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5FAF-93F8-152A-5D30-E2CAE1BDDEE2}"/>
              </a:ext>
            </a:extLst>
          </p:cNvPr>
          <p:cNvSpPr>
            <a:spLocks noGrp="1"/>
          </p:cNvSpPr>
          <p:nvPr>
            <p:ph type="title"/>
          </p:nvPr>
        </p:nvSpPr>
        <p:spPr>
          <a:xfrm>
            <a:off x="3656606" y="388710"/>
            <a:ext cx="6293644" cy="1001178"/>
          </a:xfrm>
        </p:spPr>
        <p:txBody>
          <a:bodyPr/>
          <a:lstStyle/>
          <a:p>
            <a:r>
              <a:rPr lang="en-IN" sz="3600" b="1" dirty="0">
                <a:latin typeface="Arial" panose="020B0604020202020204" pitchFamily="34" charset="0"/>
                <a:cs typeface="Arial" panose="020B0604020202020204" pitchFamily="34" charset="0"/>
              </a:rPr>
              <a:t>CLASS DIAGRAM</a:t>
            </a:r>
          </a:p>
        </p:txBody>
      </p:sp>
      <p:pic>
        <p:nvPicPr>
          <p:cNvPr id="4" name="Content Placeholder 3">
            <a:extLst>
              <a:ext uri="{FF2B5EF4-FFF2-40B4-BE49-F238E27FC236}">
                <a16:creationId xmlns:a16="http://schemas.microsoft.com/office/drawing/2014/main" id="{3E5DF25B-6B26-4BF2-F929-16643F02AF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7440" y="1499616"/>
            <a:ext cx="7403556" cy="4773168"/>
          </a:xfrm>
          <a:prstGeom prst="rect">
            <a:avLst/>
          </a:prstGeom>
        </p:spPr>
      </p:pic>
    </p:spTree>
    <p:extLst>
      <p:ext uri="{BB962C8B-B14F-4D97-AF65-F5344CB8AC3E}">
        <p14:creationId xmlns:p14="http://schemas.microsoft.com/office/powerpoint/2010/main" val="1454429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31694-97D9-618D-BF19-2C5AE20B3101}"/>
              </a:ext>
            </a:extLst>
          </p:cNvPr>
          <p:cNvSpPr>
            <a:spLocks noGrp="1"/>
          </p:cNvSpPr>
          <p:nvPr>
            <p:ph type="title"/>
          </p:nvPr>
        </p:nvSpPr>
        <p:spPr>
          <a:xfrm>
            <a:off x="4242816" y="452718"/>
            <a:ext cx="5808018" cy="1400530"/>
          </a:xfrm>
        </p:spPr>
        <p:txBody>
          <a:bodyPr/>
          <a:lstStyle/>
          <a:p>
            <a:pPr algn="just"/>
            <a:r>
              <a:rPr lang="en-IN" sz="3600" b="1" dirty="0"/>
              <a:t>ER DIAGRAM</a:t>
            </a:r>
          </a:p>
        </p:txBody>
      </p:sp>
      <p:pic>
        <p:nvPicPr>
          <p:cNvPr id="4" name="Content Placeholder 5">
            <a:extLst>
              <a:ext uri="{FF2B5EF4-FFF2-40B4-BE49-F238E27FC236}">
                <a16:creationId xmlns:a16="http://schemas.microsoft.com/office/drawing/2014/main" id="{9DF2769F-79C4-6969-582B-C2B5AC9032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30419" y="1645920"/>
            <a:ext cx="7434789" cy="4602480"/>
          </a:xfrm>
          <a:prstGeom prst="rect">
            <a:avLst/>
          </a:prstGeom>
        </p:spPr>
      </p:pic>
    </p:spTree>
    <p:extLst>
      <p:ext uri="{BB962C8B-B14F-4D97-AF65-F5344CB8AC3E}">
        <p14:creationId xmlns:p14="http://schemas.microsoft.com/office/powerpoint/2010/main" val="3345317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97954-A1AB-1A3A-2418-C2AFD2BED766}"/>
              </a:ext>
            </a:extLst>
          </p:cNvPr>
          <p:cNvSpPr>
            <a:spLocks noGrp="1"/>
          </p:cNvSpPr>
          <p:nvPr>
            <p:ph type="title"/>
          </p:nvPr>
        </p:nvSpPr>
        <p:spPr>
          <a:xfrm>
            <a:off x="4197096" y="393192"/>
            <a:ext cx="6676698" cy="1400530"/>
          </a:xfrm>
        </p:spPr>
        <p:txBody>
          <a:bodyPr/>
          <a:lstStyle/>
          <a:p>
            <a:r>
              <a:rPr lang="en-IN" sz="3600" b="1" dirty="0">
                <a:latin typeface="Arial" panose="020B0604020202020204" pitchFamily="34" charset="0"/>
                <a:cs typeface="Arial" panose="020B0604020202020204" pitchFamily="34" charset="0"/>
              </a:rPr>
              <a:t>DATABASES</a:t>
            </a:r>
          </a:p>
        </p:txBody>
      </p:sp>
      <p:pic>
        <p:nvPicPr>
          <p:cNvPr id="5" name="Content Placeholder 4">
            <a:extLst>
              <a:ext uri="{FF2B5EF4-FFF2-40B4-BE49-F238E27FC236}">
                <a16:creationId xmlns:a16="http://schemas.microsoft.com/office/drawing/2014/main" id="{F27518FB-6CC7-8F04-0A36-56A69632F699}"/>
              </a:ext>
            </a:extLst>
          </p:cNvPr>
          <p:cNvPicPr>
            <a:picLocks noGrp="1" noChangeAspect="1"/>
          </p:cNvPicPr>
          <p:nvPr>
            <p:ph idx="1"/>
          </p:nvPr>
        </p:nvPicPr>
        <p:blipFill>
          <a:blip r:embed="rId2"/>
          <a:stretch>
            <a:fillRect/>
          </a:stretch>
        </p:blipFill>
        <p:spPr>
          <a:xfrm>
            <a:off x="536448" y="2121408"/>
            <a:ext cx="5047488" cy="4343400"/>
          </a:xfrm>
          <a:prstGeom prst="rect">
            <a:avLst/>
          </a:prstGeom>
        </p:spPr>
      </p:pic>
      <p:pic>
        <p:nvPicPr>
          <p:cNvPr id="7" name="Picture 6">
            <a:extLst>
              <a:ext uri="{FF2B5EF4-FFF2-40B4-BE49-F238E27FC236}">
                <a16:creationId xmlns:a16="http://schemas.microsoft.com/office/drawing/2014/main" id="{8C4BEAC5-153E-0DDC-0A48-A9C4C2052606}"/>
              </a:ext>
            </a:extLst>
          </p:cNvPr>
          <p:cNvPicPr>
            <a:picLocks noChangeAspect="1"/>
          </p:cNvPicPr>
          <p:nvPr/>
        </p:nvPicPr>
        <p:blipFill>
          <a:blip r:embed="rId3"/>
          <a:stretch>
            <a:fillRect/>
          </a:stretch>
        </p:blipFill>
        <p:spPr>
          <a:xfrm>
            <a:off x="6096000" y="2121408"/>
            <a:ext cx="5559552" cy="4343400"/>
          </a:xfrm>
          <a:prstGeom prst="rect">
            <a:avLst/>
          </a:prstGeom>
        </p:spPr>
      </p:pic>
    </p:spTree>
    <p:extLst>
      <p:ext uri="{BB962C8B-B14F-4D97-AF65-F5344CB8AC3E}">
        <p14:creationId xmlns:p14="http://schemas.microsoft.com/office/powerpoint/2010/main" val="2162838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99B9-2859-09B4-E82B-651AF16D6F2B}"/>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B195CB04-FF8A-A68F-29A1-853E47B70F57}"/>
              </a:ext>
            </a:extLst>
          </p:cNvPr>
          <p:cNvPicPr>
            <a:picLocks noGrp="1" noChangeAspect="1"/>
          </p:cNvPicPr>
          <p:nvPr>
            <p:ph idx="1"/>
          </p:nvPr>
        </p:nvPicPr>
        <p:blipFill>
          <a:blip r:embed="rId2"/>
          <a:stretch>
            <a:fillRect/>
          </a:stretch>
        </p:blipFill>
        <p:spPr>
          <a:xfrm>
            <a:off x="262063" y="1992556"/>
            <a:ext cx="5489513" cy="4319852"/>
          </a:xfrm>
          <a:prstGeom prst="rect">
            <a:avLst/>
          </a:prstGeom>
        </p:spPr>
      </p:pic>
      <p:pic>
        <p:nvPicPr>
          <p:cNvPr id="7" name="Picture 6">
            <a:extLst>
              <a:ext uri="{FF2B5EF4-FFF2-40B4-BE49-F238E27FC236}">
                <a16:creationId xmlns:a16="http://schemas.microsoft.com/office/drawing/2014/main" id="{87089BD3-1044-5F4E-8546-81F4E93F2F8C}"/>
              </a:ext>
            </a:extLst>
          </p:cNvPr>
          <p:cNvPicPr>
            <a:picLocks noChangeAspect="1"/>
          </p:cNvPicPr>
          <p:nvPr/>
        </p:nvPicPr>
        <p:blipFill>
          <a:blip r:embed="rId3"/>
          <a:stretch>
            <a:fillRect/>
          </a:stretch>
        </p:blipFill>
        <p:spPr>
          <a:xfrm>
            <a:off x="5971032" y="1992556"/>
            <a:ext cx="5958904" cy="4319852"/>
          </a:xfrm>
          <a:prstGeom prst="rect">
            <a:avLst/>
          </a:prstGeom>
        </p:spPr>
      </p:pic>
    </p:spTree>
    <p:extLst>
      <p:ext uri="{BB962C8B-B14F-4D97-AF65-F5344CB8AC3E}">
        <p14:creationId xmlns:p14="http://schemas.microsoft.com/office/powerpoint/2010/main" val="1828694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8AA06-F7C9-4E46-396A-0C8A6F5C5402}"/>
              </a:ext>
            </a:extLst>
          </p:cNvPr>
          <p:cNvSpPr>
            <a:spLocks noGrp="1"/>
          </p:cNvSpPr>
          <p:nvPr>
            <p:ph type="title"/>
          </p:nvPr>
        </p:nvSpPr>
        <p:spPr>
          <a:xfrm>
            <a:off x="3339015" y="452718"/>
            <a:ext cx="6262185" cy="1108453"/>
          </a:xfrm>
        </p:spPr>
        <p:txBody>
          <a:bodyPr/>
          <a:lstStyle/>
          <a:p>
            <a:r>
              <a:rPr lang="en-IN" sz="3600" b="1" dirty="0">
                <a:latin typeface="Arial" panose="020B0604020202020204" pitchFamily="34" charset="0"/>
                <a:cs typeface="Arial" panose="020B0604020202020204" pitchFamily="34" charset="0"/>
              </a:rPr>
              <a:t>BACKEND DEVELOPMENT</a:t>
            </a:r>
          </a:p>
        </p:txBody>
      </p:sp>
      <p:pic>
        <p:nvPicPr>
          <p:cNvPr id="5" name="Content Placeholder 4">
            <a:extLst>
              <a:ext uri="{FF2B5EF4-FFF2-40B4-BE49-F238E27FC236}">
                <a16:creationId xmlns:a16="http://schemas.microsoft.com/office/drawing/2014/main" id="{65022573-A2A2-B2C7-5259-BEE49EA801B4}"/>
              </a:ext>
            </a:extLst>
          </p:cNvPr>
          <p:cNvPicPr>
            <a:picLocks noGrp="1" noChangeAspect="1"/>
          </p:cNvPicPr>
          <p:nvPr>
            <p:ph idx="1"/>
          </p:nvPr>
        </p:nvPicPr>
        <p:blipFill>
          <a:blip r:embed="rId2"/>
          <a:stretch>
            <a:fillRect/>
          </a:stretch>
        </p:blipFill>
        <p:spPr>
          <a:xfrm>
            <a:off x="3168832" y="2209520"/>
            <a:ext cx="6711819" cy="4195762"/>
          </a:xfrm>
          <a:prstGeom prst="rect">
            <a:avLst/>
          </a:prstGeom>
        </p:spPr>
      </p:pic>
    </p:spTree>
    <p:extLst>
      <p:ext uri="{BB962C8B-B14F-4D97-AF65-F5344CB8AC3E}">
        <p14:creationId xmlns:p14="http://schemas.microsoft.com/office/powerpoint/2010/main" val="2650323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41914-03A3-1B39-9072-92C8F3C2F1A6}"/>
              </a:ext>
            </a:extLst>
          </p:cNvPr>
          <p:cNvSpPr>
            <a:spLocks noGrp="1"/>
          </p:cNvSpPr>
          <p:nvPr>
            <p:ph type="title"/>
          </p:nvPr>
        </p:nvSpPr>
        <p:spPr>
          <a:xfrm>
            <a:off x="3209544" y="452718"/>
            <a:ext cx="6841290" cy="1400530"/>
          </a:xfrm>
        </p:spPr>
        <p:txBody>
          <a:bodyPr/>
          <a:lstStyle/>
          <a:p>
            <a:r>
              <a:rPr lang="en-IN" sz="3600" b="1" dirty="0">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6AE564F2-2470-F0C9-C9E0-171C473B31E6}"/>
              </a:ext>
            </a:extLst>
          </p:cNvPr>
          <p:cNvSpPr>
            <a:spLocks noGrp="1"/>
          </p:cNvSpPr>
          <p:nvPr>
            <p:ph idx="1"/>
          </p:nvPr>
        </p:nvSpPr>
        <p:spPr>
          <a:xfrm>
            <a:off x="1252728" y="1627632"/>
            <a:ext cx="9976104" cy="4777651"/>
          </a:xfrm>
        </p:spPr>
        <p:txBody>
          <a:bodyPr>
            <a:normAutofit/>
          </a:bodyPr>
          <a:lstStyle/>
          <a:p>
            <a:pPr marL="0" indent="0" algn="just">
              <a:buNone/>
            </a:pPr>
            <a:r>
              <a:rPr lang="en-IN" sz="1700" dirty="0" err="1">
                <a:latin typeface="Arial" panose="020B0604020202020204" pitchFamily="34" charset="0"/>
                <a:cs typeface="Arial" panose="020B0604020202020204" pitchFamily="34" charset="0"/>
              </a:rPr>
              <a:t>NeuroForge</a:t>
            </a:r>
            <a:r>
              <a:rPr lang="en-IN" sz="1700" dirty="0">
                <a:latin typeface="Arial" panose="020B0604020202020204" pitchFamily="34" charset="0"/>
                <a:cs typeface="Arial" panose="020B0604020202020204" pitchFamily="34" charset="0"/>
              </a:rPr>
              <a:t> Enterprise SDLC Platform provides an integrated environment for managing the complete Software Development Life Cycle, from requirement gathering and project planning to development, testing, deployment, monitoring, and maintenance. The platform uses Agile methodology and combines project management, AI-assisted development, Git integration, automated testing, CI/CD, monitoring, and analytics to improve collaboration, reduce manual effort, increase software quality, and support faster software delivery. </a:t>
            </a:r>
          </a:p>
          <a:p>
            <a:pPr marL="0" indent="0" algn="just">
              <a:buNone/>
            </a:pPr>
            <a:r>
              <a:rPr lang="en-IN" sz="1700" dirty="0">
                <a:latin typeface="Arial" panose="020B0604020202020204" pitchFamily="34" charset="0"/>
                <a:cs typeface="Arial" panose="020B0604020202020204" pitchFamily="34" charset="0"/>
              </a:rPr>
              <a:t>The implemented </a:t>
            </a:r>
            <a:r>
              <a:rPr lang="en-IN" sz="1700" b="1" dirty="0">
                <a:latin typeface="Arial" panose="020B0604020202020204" pitchFamily="34" charset="0"/>
                <a:cs typeface="Arial" panose="020B0604020202020204" pitchFamily="34" charset="0"/>
              </a:rPr>
              <a:t>Spring Boot backend</a:t>
            </a:r>
            <a:r>
              <a:rPr lang="en-IN" sz="1700" dirty="0">
                <a:latin typeface="Arial" panose="020B0604020202020204" pitchFamily="34" charset="0"/>
                <a:cs typeface="Arial" panose="020B0604020202020204" pitchFamily="34" charset="0"/>
              </a:rPr>
              <a:t> follows a layered architecture with controllers, services, repositories, entities, DTOs, and security configuration. The database layer manages important system data such as users, roles, projects, repositories, and requirements, while repository interfaces provide communication between the backend and database. Together, the frontend, backend, database, AI capabilities, version control, testing, and DevOps components provide a strong foundation for a centralized and scalable SDLC platform. </a:t>
            </a:r>
          </a:p>
          <a:p>
            <a:endParaRPr lang="en-IN" dirty="0"/>
          </a:p>
        </p:txBody>
      </p:sp>
    </p:spTree>
    <p:extLst>
      <p:ext uri="{BB962C8B-B14F-4D97-AF65-F5344CB8AC3E}">
        <p14:creationId xmlns:p14="http://schemas.microsoft.com/office/powerpoint/2010/main" val="12648220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277</TotalTime>
  <Words>1448</Words>
  <Application>Microsoft Office PowerPoint</Application>
  <PresentationFormat>Widescreen</PresentationFormat>
  <Paragraphs>52</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Century Gothic</vt:lpstr>
      <vt:lpstr>Wingdings 3</vt:lpstr>
      <vt:lpstr>Ion</vt:lpstr>
      <vt:lpstr>Title: NeuroForge Enterprise SDLC Platform</vt:lpstr>
      <vt:lpstr>What is NeuroForge Enterprise SDLC Platform?</vt:lpstr>
      <vt:lpstr>Software Development Life Cycle</vt:lpstr>
      <vt:lpstr>PROBLEMS IN TRADITIONAL SOFTWARE DEVELOPMENT</vt:lpstr>
      <vt:lpstr>NEED FOR NEUROFORGE</vt:lpstr>
      <vt:lpstr>OBJECTIVES</vt:lpstr>
      <vt:lpstr>CORE FEATURES</vt:lpstr>
      <vt:lpstr>USERS OF THE SYSTEM</vt:lpstr>
      <vt:lpstr>AGILE METHODOLOGY</vt:lpstr>
      <vt:lpstr>MODULE ARCHITECTURE &amp; DEVELOPMENT PLAN</vt:lpstr>
      <vt:lpstr>SRS, REQUIREMENTS &amp; TECHNOLOGY STACK</vt:lpstr>
      <vt:lpstr>UML</vt:lpstr>
      <vt:lpstr>USE CASE DIAGRAM</vt:lpstr>
      <vt:lpstr>ACTIVITY DIAGRAM</vt:lpstr>
      <vt:lpstr>SEQUENCE DIAGRAM</vt:lpstr>
      <vt:lpstr>CLASS DIAGRAM</vt:lpstr>
      <vt:lpstr>ER DIAGRAM</vt:lpstr>
      <vt:lpstr>DATABASES</vt:lpstr>
      <vt:lpstr>PowerPoint Presentation</vt:lpstr>
      <vt:lpstr>BACKEND DEVELOPMENT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Prethika Mannuru</dc:creator>
  <cp:lastModifiedBy>Prethika Mannuru</cp:lastModifiedBy>
  <cp:revision>1</cp:revision>
  <dcterms:created xsi:type="dcterms:W3CDTF">2026-08-13T18:29:42Z</dcterms:created>
  <dcterms:modified xsi:type="dcterms:W3CDTF">2026-08-14T05:53:47Z</dcterms:modified>
</cp:coreProperties>
</file>